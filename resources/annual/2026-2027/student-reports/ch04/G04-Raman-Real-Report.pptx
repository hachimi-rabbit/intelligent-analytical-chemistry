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c0a45594a4a6c" /><Relationship Type="http://schemas.openxmlformats.org/officeDocument/2006/relationships/extended-properties" Target="/docProps/app.xml" Id="R5625062f3dfc4d92" /><Relationship Type="http://schemas.openxmlformats.org/officeDocument/2006/relationships/officeDocument" Target="/ppt/presentation.xml" Id="Ra315d151e4be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c00d614504ffa"/>
  </p:sldMasterIdLst>
  <p:notesMasterIdLst>
    <p:notesMasterId xmlns:r="http://schemas.openxmlformats.org/officeDocument/2006/relationships" r:id="R9772dbcea9ad425b"/>
  </p:notesMasterIdLst>
  <p:sldIdLst>
    <p:sldId xmlns:r="http://schemas.openxmlformats.org/officeDocument/2006/relationships" id="256" r:id="Rd36375972e644d7e"/>
    <p:sldId xmlns:r="http://schemas.openxmlformats.org/officeDocument/2006/relationships" id="257" r:id="R9df1790c808045ea"/>
    <p:sldId xmlns:r="http://schemas.openxmlformats.org/officeDocument/2006/relationships" id="258" r:id="Rb3ab35d012c341ed"/>
    <p:sldId xmlns:r="http://schemas.openxmlformats.org/officeDocument/2006/relationships" id="259" r:id="R6fa89617bf6e4053"/>
    <p:sldId xmlns:r="http://schemas.openxmlformats.org/officeDocument/2006/relationships" id="260" r:id="Re9089cc62b0d43d8"/>
    <p:sldId xmlns:r="http://schemas.openxmlformats.org/officeDocument/2006/relationships" id="261" r:id="Rfc3a7778fe984f45"/>
    <p:sldId xmlns:r="http://schemas.openxmlformats.org/officeDocument/2006/relationships" id="262" r:id="R990bbe5c49154f48"/>
    <p:sldId xmlns:r="http://schemas.openxmlformats.org/officeDocument/2006/relationships" id="263" r:id="R6455d2afaaf94695"/>
    <p:sldId xmlns:r="http://schemas.openxmlformats.org/officeDocument/2006/relationships" id="264" r:id="R25a126ffb40e432b"/>
    <p:sldId xmlns:r="http://schemas.openxmlformats.org/officeDocument/2006/relationships" id="265" r:id="R2650a59a2599476b"/>
    <p:sldId xmlns:r="http://schemas.openxmlformats.org/officeDocument/2006/relationships" id="266" r:id="R144725cee37a4075"/>
    <p:sldId xmlns:r="http://schemas.openxmlformats.org/officeDocument/2006/relationships" id="267" r:id="Re7c7850bc57c44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96c687b5840d4" /><Relationship Type="http://schemas.openxmlformats.org/officeDocument/2006/relationships/slideMaster" Target="/ppt/slideMasters/slideMaster1.xml" Id="R772c00d614504ffa" /><Relationship Type="http://schemas.openxmlformats.org/officeDocument/2006/relationships/notesMaster" Target="/ppt/notesMasters/notesMaster1.xml" Id="R9772dbcea9ad425b" /><Relationship Type="http://schemas.openxmlformats.org/officeDocument/2006/relationships/presProps" Target="/ppt/presProps.xml" Id="R2bfb8435da0348f2" /><Relationship Type="http://schemas.openxmlformats.org/officeDocument/2006/relationships/tableStyles" Target="/ppt/tableStyles.xml" Id="R940f08e6b46d43f0" /><Relationship Type="http://schemas.openxmlformats.org/officeDocument/2006/relationships/slide" Target="/ppt/slides/slide1.xml" Id="Rd36375972e644d7e" /><Relationship Type="http://schemas.openxmlformats.org/officeDocument/2006/relationships/slide" Target="/ppt/slides/slide2.xml" Id="R9df1790c808045ea" /><Relationship Type="http://schemas.openxmlformats.org/officeDocument/2006/relationships/slide" Target="/ppt/slides/slide3.xml" Id="Rb3ab35d012c341ed" /><Relationship Type="http://schemas.openxmlformats.org/officeDocument/2006/relationships/slide" Target="/ppt/slides/slide4.xml" Id="R6fa89617bf6e4053" /><Relationship Type="http://schemas.openxmlformats.org/officeDocument/2006/relationships/slide" Target="/ppt/slides/slide5.xml" Id="Re9089cc62b0d43d8" /><Relationship Type="http://schemas.openxmlformats.org/officeDocument/2006/relationships/slide" Target="/ppt/slides/slide6.xml" Id="Rfc3a7778fe984f45" /><Relationship Type="http://schemas.openxmlformats.org/officeDocument/2006/relationships/slide" Target="/ppt/slides/slide7.xml" Id="R990bbe5c49154f48" /><Relationship Type="http://schemas.openxmlformats.org/officeDocument/2006/relationships/slide" Target="/ppt/slides/slide8.xml" Id="R6455d2afaaf94695" /><Relationship Type="http://schemas.openxmlformats.org/officeDocument/2006/relationships/slide" Target="/ppt/slides/slide9.xml" Id="R25a126ffb40e432b" /><Relationship Type="http://schemas.openxmlformats.org/officeDocument/2006/relationships/slide" Target="/ppt/slides/slide10.xml" Id="R2650a59a2599476b" /><Relationship Type="http://schemas.openxmlformats.org/officeDocument/2006/relationships/slide" Target="/ppt/slides/slide11.xml" Id="R144725cee37a4075" /><Relationship Type="http://schemas.openxmlformats.org/officeDocument/2006/relationships/slide" Target="/ppt/slides/slide12.xml" Id="Re7c7850bc57c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4502066c8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806e004ef4b88" /><Relationship Type="http://schemas.openxmlformats.org/officeDocument/2006/relationships/notesMaster" Target="/ppt/notesMasters/notesMaster1.xml" Id="R464334e7132e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14d4f7447a45a7" /><Relationship Type="http://schemas.openxmlformats.org/officeDocument/2006/relationships/notesMaster" Target="/ppt/notesMasters/notesMaster1.xml" Id="R85ed186c3ac8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93f45934a447f3" /><Relationship Type="http://schemas.openxmlformats.org/officeDocument/2006/relationships/notesMaster" Target="/ppt/notesMasters/notesMaster1.xml" Id="Ra3bd88c96cc747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04dbb5ac94f45" /><Relationship Type="http://schemas.openxmlformats.org/officeDocument/2006/relationships/notesMaster" Target="/ppt/notesMasters/notesMaster1.xml" Id="R8ab19eb356b1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df050458fc428c" /><Relationship Type="http://schemas.openxmlformats.org/officeDocument/2006/relationships/notesMaster" Target="/ppt/notesMasters/notesMaster1.xml" Id="Rcd0fd9fc34a7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3cd55412a24b58" /><Relationship Type="http://schemas.openxmlformats.org/officeDocument/2006/relationships/notesMaster" Target="/ppt/notesMasters/notesMaster1.xml" Id="R5471e93ebbc7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ed03fd8d894718" /><Relationship Type="http://schemas.openxmlformats.org/officeDocument/2006/relationships/notesMaster" Target="/ppt/notesMasters/notesMaster1.xml" Id="R2c5b55b15025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8ee2846d94510" /><Relationship Type="http://schemas.openxmlformats.org/officeDocument/2006/relationships/notesMaster" Target="/ppt/notesMasters/notesMaster1.xml" Id="Rbf30ba4507a044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dcf1100f4a4f17" /><Relationship Type="http://schemas.openxmlformats.org/officeDocument/2006/relationships/notesMaster" Target="/ppt/notesMasters/notesMaster1.xml" Id="R69a282de59dd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d4ac5039d84335" /><Relationship Type="http://schemas.openxmlformats.org/officeDocument/2006/relationships/notesMaster" Target="/ppt/notesMasters/notesMaster1.xml" Id="R2f2dce81009444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fdea1153c34bad" /><Relationship Type="http://schemas.openxmlformats.org/officeDocument/2006/relationships/notesMaster" Target="/ppt/notesMasters/notesMaster1.xml" Id="R94d5273ab9a54c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b6dc03bec54554" /><Relationship Type="http://schemas.openxmlformats.org/officeDocument/2006/relationships/notesMaster" Target="/ppt/notesMasters/notesMaster1.xml" Id="Rd3ce80f266d5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来源：Li, Schmidt &amp; Alstrøm，DTU数据集v1，DOI:10.11583/DTU.20222331.v1，CC BY 4.0。论文DOI:10.1039/D2AN00403H。原始RRUFF归属见ATTRIBUTION.md。 本稿为学生汇报初稿。建议12分钟，组员根据教师要求调整。主案例已实际运行，但不等于学生已独立复现或完成课堂汇报。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完整章节见docs/ch04.md。基础来源：Hastie et al., DOI:10.1007/978-0-387-84858-7。输入为固定区间的谱强度，目标为三个矿物标签，部署目标暂限定到数据库内未见ID。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来源：Li, Schmidt &amp; Alstrøm，DTU数据集v1，DOI:10.11583/DTU.20222331.v1，CC BY 4.0。论文DOI:10.1039/D2AN00403H。原始RRUFF归属见ATTRIBUTION.md。 作者存档是历史RRUFF衍生数据。先按raw==0过滤元数据并重置索引，按作者实现匹配5228条谱，选取三类全部记录。manifest记录每条谱的来源、标本及校验和。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来源：Li, Schmidt &amp; Alstrøm，DTU数据集v1，DOI:10.11583/DTU.20222331.v1，CC BY 4.0。论文DOI:10.1039/D2AN00403H。原始RRUFF归属见ATTRIBUTION.md。 展示各类按来源顺序排列的第一条谱，不按分类效果挑选。每条谱在200–1200 cm^-1线性插值，L2归一化。完整52条谱见交互页。无新增测量点或合成样本。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来源：rruff_real/run.py及outputs/folds.json。每折留出一个ID，训练侧21个ID。RRUFF ID只作为当前分组代理，尚未排除共同产地或母岩依赖。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来源：rruff_real/outputs/protocol.json。所有候选均报告，没有基于本轮分数选优。PCA8_LR的标准化和PCA在训练折内拟合。大量调参应改用嵌套分组验证或新外部留出。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来源：rruff_real/outputs/metrics.json、specimen_predictions.csv。宏F1在汇总全部折外标本预测后计算，非对单类验证折得分取平均。三个非平凡模型逐谱也为52/52正确。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来源：数据manifest及metrics.json的限制项。石膏只有2个ID，留出一个后仅另一个ID供训练。未来调参不能反复使用当前折外分数冒充外部检验。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来源：raman/outputs/metrics.json与extensions_summary.json。种子2026是已查看的历史教学基准。模拟A/B均为生成仪器，不是实测设备；处理前后同时改变基线扣除与归一化。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从完整仓库解压后双击assets/interactive/ch04-real.html。程序命令：python code/ch04_exercises/rruff_real/reproduce.py 。安装依赖见真实谱README。页面只展示预计算结果。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REFORMS: Kapoor et al., Science Advances 2024, DOI:10.1126/sciadv.adk3452。Lilek et al., Journal of Raman Spectroscopy 2025, DOI:10.1002/jrs.6842。TabPFN: Hollmann et al., Nature 2025, DOI:10.1038/s41586-024-08328-6。完整来源与证据边界见年度引文。六道传承题供课后讨论，其中题5和题6对应真实数据。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来源：Li, Schmidt &amp; Alstrøm，DTU数据集v1，DOI:10.11583/DTU.20222331.v1，CC BY 4.0。论文DOI:10.1039/D2AN00403H。原始RRUFF归属见ATTRIBUTION.md。 当前仅完善hachimi-rabbit/intelligent-analytical-chemistry主分支。上游Issue和PR暂缓，正式提交、真人交叉评审和课堂汇报尚未完成。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1d717e15945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ba7c5808d4c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1d154ff8a40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0535054ba4e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5939220794e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7d56cf9e94a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FDD9AB-9BEB-4EEB-82AC-2D378CD6B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C45AA7-A865-4283-987D-D86C78C40A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6DCD6C-78ED-408D-B652-342DB746E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F7C9D1-2910-4860-921F-F7FCE1250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8B02A5-E0FE-43DE-A3EC-17252EBCC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9A28F8-CDCC-4624-B8F9-94195A264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4F2E87-3D51-4FD0-9119-7BFC1C44C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65030E-0D5E-4E61-8810-5FFE8E339C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311FD-DABF-49DC-86F5-FE11984DA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BD22ED-9CCB-4C72-9ED5-2B5072CA0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39ecbec264767" /><Relationship Type="http://schemas.openxmlformats.org/officeDocument/2006/relationships/slideLayout" Target="/ppt/slideLayouts/slideLayout1.xml" Id="R939fb1d401e24ae1" /><Relationship Type="http://schemas.openxmlformats.org/officeDocument/2006/relationships/slideLayout" Target="/ppt/slideLayouts/slideLayout2.xml" Id="R5258cc6541584f55" /><Relationship Type="http://schemas.openxmlformats.org/officeDocument/2006/relationships/slideLayout" Target="/ppt/slideLayouts/slideLayout3.xml" Id="R92d7d94df17345ba" /><Relationship Type="http://schemas.openxmlformats.org/officeDocument/2006/relationships/slideLayout" Target="/ppt/slideLayouts/slideLayout4.xml" Id="R554e8289dab84c54" /><Relationship Type="http://schemas.openxmlformats.org/officeDocument/2006/relationships/slideLayout" Target="/ppt/slideLayouts/slideLayout5.xml" Id="R6e43706ef9fc46c3" /><Relationship Type="http://schemas.openxmlformats.org/officeDocument/2006/relationships/slideLayout" Target="/ppt/slideLayouts/slideLayout6.xml" Id="R818ac7457e37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fb1d401e24ae1"/>
    <p:sldLayoutId xmlns:r="http://schemas.openxmlformats.org/officeDocument/2006/relationships" id="2147483650" r:id="R5258cc6541584f55"/>
    <p:sldLayoutId xmlns:r="http://schemas.openxmlformats.org/officeDocument/2006/relationships" id="2147483651" r:id="R92d7d94df17345ba"/>
    <p:sldLayoutId xmlns:r="http://schemas.openxmlformats.org/officeDocument/2006/relationships" id="2147483652" r:id="R554e8289dab84c54"/>
    <p:sldLayoutId xmlns:r="http://schemas.openxmlformats.org/officeDocument/2006/relationships" id="2147483653" r:id="R6e43706ef9fc46c3"/>
    <p:sldLayoutId xmlns:r="http://schemas.openxmlformats.org/officeDocument/2006/relationships" id="2147483654" r:id="R818ac7457e37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4b5886488455c" /><Relationship Type="http://schemas.openxmlformats.org/officeDocument/2006/relationships/notesSlide" Target="/ppt/notesSlides/notesSlide1.xml" Id="R4daf6e87cf70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5fad1fdbd4e3e" /><Relationship Type="http://schemas.openxmlformats.org/officeDocument/2006/relationships/notesSlide" Target="/ppt/notesSlides/notesSlide2.xml" Id="R91988cbd622a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85be387104e18" /><Relationship Type="http://schemas.openxmlformats.org/officeDocument/2006/relationships/notesSlide" Target="/ppt/notesSlides/notesSlide3.xml" Id="R5210cf411666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aaf4f095e4faf" /><Relationship Type="http://schemas.openxmlformats.org/officeDocument/2006/relationships/chart" Target="/ppt/slides/charts/chart1.xml" Id="Rda3dce2f32364f8e" /><Relationship Type="http://schemas.openxmlformats.org/officeDocument/2006/relationships/notesSlide" Target="/ppt/notesSlides/notesSlide4.xml" Id="R88572f950e104c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cf08b96b94410" /><Relationship Type="http://schemas.openxmlformats.org/officeDocument/2006/relationships/notesSlide" Target="/ppt/notesSlides/notesSlide5.xml" Id="R727d63572916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c636c542a4de8" /><Relationship Type="http://schemas.openxmlformats.org/officeDocument/2006/relationships/notesSlide" Target="/ppt/notesSlides/notesSlide6.xml" Id="R97d629470f1947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27f9442c546e3" /><Relationship Type="http://schemas.openxmlformats.org/officeDocument/2006/relationships/chart" Target="/ppt/slides/charts/chart2.xml" Id="Rf13c39ca4f1140c1" /><Relationship Type="http://schemas.openxmlformats.org/officeDocument/2006/relationships/notesSlide" Target="/ppt/notesSlides/notesSlide7.xml" Id="Racf00c41bd9a45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2412da9ce4c6c" /><Relationship Type="http://schemas.openxmlformats.org/officeDocument/2006/relationships/notesSlide" Target="/ppt/notesSlides/notesSlide8.xml" Id="Re95ff7b0558347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846778d514c51" /><Relationship Type="http://schemas.openxmlformats.org/officeDocument/2006/relationships/notesSlide" Target="/ppt/notesSlides/notesSlide9.xml" Id="R55ba4894432140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8e42b6ae34b1f" /><Relationship Type="http://schemas.openxmlformats.org/officeDocument/2006/relationships/notesSlide" Target="/ppt/notesSlides/notesSlide10.xml" Id="Rdfef3fa98aad48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6ba356e4f4c20" /><Relationship Type="http://schemas.openxmlformats.org/officeDocument/2006/relationships/notesSlide" Target="/ppt/notesSlides/notesSlide11.xml" Id="R5a835b12d09e49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e161509e64dc3" /><Relationship Type="http://schemas.openxmlformats.org/officeDocument/2006/relationships/notesSlide" Target="/ppt/notesSlides/notesSlide12.xml" Id="R4fe12e8311d148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Noto Sans CJK SC"/>
                <a:ea typeface="Noto Sans CJK SC"/>
                <a:cs typeface="Noto Sans CJK SC"/>
              </a:rPr>
              <a:t>各类首条存档谱的L2归一化强度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Noto Sans CJK SC"/>
              <a:ea typeface="Noto Sans CJK SC"/>
              <a:cs typeface="Noto Sans CJK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Quartz R040031</c:v>
          </c:tx>
          <c:spPr>
            <a:ln xmlns:a="http://schemas.openxmlformats.org/drawingml/2006/main" w="19050">
              <a:solidFill>
                <a:srgbClr val="326A91"/>
              </a:solidFill>
              <a:prstDash val="solid"/>
            </a:ln>
          </c:spPr>
          <c:marker>
            <c:symbol val="none"/>
          </c:marker>
          <c:xVal>
            <c:numRef>
              <c:f>'Chart Data'!$A$2:$A$502</c:f>
              <c:numCache>
                <c:formatCode>General</c:formatCode>
                <c:ptCount val="501"/>
                <c:pt idx="0">
                  <c:v>200</c:v>
                </c:pt>
                <c:pt idx="1">
                  <c:v>202</c:v>
                </c:pt>
                <c:pt idx="2">
                  <c:v>204</c:v>
                </c:pt>
                <c:pt idx="3">
                  <c:v>206</c:v>
                </c:pt>
                <c:pt idx="4">
                  <c:v>208</c:v>
                </c:pt>
                <c:pt idx="5">
                  <c:v>210</c:v>
                </c:pt>
                <c:pt idx="6">
                  <c:v>212</c:v>
                </c:pt>
                <c:pt idx="7">
                  <c:v>214</c:v>
                </c:pt>
                <c:pt idx="8">
                  <c:v>216</c:v>
                </c:pt>
                <c:pt idx="9">
                  <c:v>218</c:v>
                </c:pt>
                <c:pt idx="10">
                  <c:v>220</c:v>
                </c:pt>
                <c:pt idx="11">
                  <c:v>222</c:v>
                </c:pt>
                <c:pt idx="12">
                  <c:v>224</c:v>
                </c:pt>
                <c:pt idx="13">
                  <c:v>226</c:v>
                </c:pt>
                <c:pt idx="14">
                  <c:v>228</c:v>
                </c:pt>
                <c:pt idx="15">
                  <c:v>230</c:v>
                </c:pt>
                <c:pt idx="16">
                  <c:v>232</c:v>
                </c:pt>
                <c:pt idx="17">
                  <c:v>234</c:v>
                </c:pt>
                <c:pt idx="18">
                  <c:v>236</c:v>
                </c:pt>
                <c:pt idx="19">
                  <c:v>238</c:v>
                </c:pt>
                <c:pt idx="20">
                  <c:v>240</c:v>
                </c:pt>
                <c:pt idx="21">
                  <c:v>242</c:v>
                </c:pt>
                <c:pt idx="22">
                  <c:v>244</c:v>
                </c:pt>
                <c:pt idx="23">
                  <c:v>246</c:v>
                </c:pt>
                <c:pt idx="24">
                  <c:v>248</c:v>
                </c:pt>
                <c:pt idx="25">
                  <c:v>250</c:v>
                </c:pt>
                <c:pt idx="26">
                  <c:v>252</c:v>
                </c:pt>
                <c:pt idx="27">
                  <c:v>254</c:v>
                </c:pt>
                <c:pt idx="28">
                  <c:v>256</c:v>
                </c:pt>
                <c:pt idx="29">
                  <c:v>258</c:v>
                </c:pt>
                <c:pt idx="30">
                  <c:v>260</c:v>
                </c:pt>
                <c:pt idx="31">
                  <c:v>262</c:v>
                </c:pt>
                <c:pt idx="32">
                  <c:v>264</c:v>
                </c:pt>
                <c:pt idx="33">
                  <c:v>266</c:v>
                </c:pt>
                <c:pt idx="34">
                  <c:v>268</c:v>
                </c:pt>
                <c:pt idx="35">
                  <c:v>270</c:v>
                </c:pt>
                <c:pt idx="36">
                  <c:v>272</c:v>
                </c:pt>
                <c:pt idx="37">
                  <c:v>274</c:v>
                </c:pt>
                <c:pt idx="38">
                  <c:v>276</c:v>
                </c:pt>
                <c:pt idx="39">
                  <c:v>278</c:v>
                </c:pt>
                <c:pt idx="40">
                  <c:v>280</c:v>
                </c:pt>
                <c:pt idx="41">
                  <c:v>282</c:v>
                </c:pt>
                <c:pt idx="42">
                  <c:v>284</c:v>
                </c:pt>
                <c:pt idx="43">
                  <c:v>286</c:v>
                </c:pt>
                <c:pt idx="44">
                  <c:v>288</c:v>
                </c:pt>
                <c:pt idx="45">
                  <c:v>290</c:v>
                </c:pt>
                <c:pt idx="46">
                  <c:v>292</c:v>
                </c:pt>
                <c:pt idx="47">
                  <c:v>294</c:v>
                </c:pt>
                <c:pt idx="48">
                  <c:v>296</c:v>
                </c:pt>
                <c:pt idx="49">
                  <c:v>298</c:v>
                </c:pt>
                <c:pt idx="50">
                  <c:v>300</c:v>
                </c:pt>
                <c:pt idx="51">
                  <c:v>302</c:v>
                </c:pt>
                <c:pt idx="52">
                  <c:v>304</c:v>
                </c:pt>
                <c:pt idx="53">
                  <c:v>306</c:v>
                </c:pt>
                <c:pt idx="54">
                  <c:v>308</c:v>
                </c:pt>
                <c:pt idx="55">
                  <c:v>310</c:v>
                </c:pt>
                <c:pt idx="56">
                  <c:v>312</c:v>
                </c:pt>
                <c:pt idx="57">
                  <c:v>314</c:v>
                </c:pt>
                <c:pt idx="58">
                  <c:v>316</c:v>
                </c:pt>
                <c:pt idx="59">
                  <c:v>318</c:v>
                </c:pt>
                <c:pt idx="60">
                  <c:v>320</c:v>
                </c:pt>
                <c:pt idx="61">
                  <c:v>322</c:v>
                </c:pt>
                <c:pt idx="62">
                  <c:v>324</c:v>
                </c:pt>
                <c:pt idx="63">
                  <c:v>326</c:v>
                </c:pt>
                <c:pt idx="64">
                  <c:v>328</c:v>
                </c:pt>
                <c:pt idx="65">
                  <c:v>330</c:v>
                </c:pt>
                <c:pt idx="66">
                  <c:v>332</c:v>
                </c:pt>
                <c:pt idx="67">
                  <c:v>334</c:v>
                </c:pt>
                <c:pt idx="68">
                  <c:v>336</c:v>
                </c:pt>
                <c:pt idx="69">
                  <c:v>338</c:v>
                </c:pt>
                <c:pt idx="70">
                  <c:v>340</c:v>
                </c:pt>
                <c:pt idx="71">
                  <c:v>342</c:v>
                </c:pt>
                <c:pt idx="72">
                  <c:v>344</c:v>
                </c:pt>
                <c:pt idx="73">
                  <c:v>346</c:v>
                </c:pt>
                <c:pt idx="74">
                  <c:v>348</c:v>
                </c:pt>
                <c:pt idx="75">
                  <c:v>350</c:v>
                </c:pt>
                <c:pt idx="76">
                  <c:v>352</c:v>
                </c:pt>
                <c:pt idx="77">
                  <c:v>354</c:v>
                </c:pt>
                <c:pt idx="78">
                  <c:v>356</c:v>
                </c:pt>
                <c:pt idx="79">
                  <c:v>358</c:v>
                </c:pt>
                <c:pt idx="80">
                  <c:v>360</c:v>
                </c:pt>
                <c:pt idx="81">
                  <c:v>362</c:v>
                </c:pt>
                <c:pt idx="82">
                  <c:v>364</c:v>
                </c:pt>
                <c:pt idx="83">
                  <c:v>366</c:v>
                </c:pt>
                <c:pt idx="84">
                  <c:v>368</c:v>
                </c:pt>
                <c:pt idx="85">
                  <c:v>370</c:v>
                </c:pt>
                <c:pt idx="86">
                  <c:v>372</c:v>
                </c:pt>
                <c:pt idx="87">
                  <c:v>374</c:v>
                </c:pt>
                <c:pt idx="88">
                  <c:v>376</c:v>
                </c:pt>
                <c:pt idx="89">
                  <c:v>378</c:v>
                </c:pt>
                <c:pt idx="90">
                  <c:v>380</c:v>
                </c:pt>
                <c:pt idx="91">
                  <c:v>382</c:v>
                </c:pt>
                <c:pt idx="92">
                  <c:v>384</c:v>
                </c:pt>
                <c:pt idx="93">
                  <c:v>386</c:v>
                </c:pt>
                <c:pt idx="94">
                  <c:v>388</c:v>
                </c:pt>
                <c:pt idx="95">
                  <c:v>390</c:v>
                </c:pt>
                <c:pt idx="96">
                  <c:v>392</c:v>
                </c:pt>
                <c:pt idx="97">
                  <c:v>394</c:v>
                </c:pt>
                <c:pt idx="98">
                  <c:v>396</c:v>
                </c:pt>
                <c:pt idx="99">
                  <c:v>398</c:v>
                </c:pt>
                <c:pt idx="100">
                  <c:v>400</c:v>
                </c:pt>
                <c:pt idx="101">
                  <c:v>402</c:v>
                </c:pt>
                <c:pt idx="102">
                  <c:v>404</c:v>
                </c:pt>
                <c:pt idx="103">
                  <c:v>406</c:v>
                </c:pt>
                <c:pt idx="104">
                  <c:v>408</c:v>
                </c:pt>
                <c:pt idx="105">
                  <c:v>410</c:v>
                </c:pt>
                <c:pt idx="106">
                  <c:v>412</c:v>
                </c:pt>
                <c:pt idx="107">
                  <c:v>414</c:v>
                </c:pt>
                <c:pt idx="108">
                  <c:v>416</c:v>
                </c:pt>
                <c:pt idx="109">
                  <c:v>418</c:v>
                </c:pt>
                <c:pt idx="110">
                  <c:v>420</c:v>
                </c:pt>
                <c:pt idx="111">
                  <c:v>422</c:v>
                </c:pt>
                <c:pt idx="112">
                  <c:v>424</c:v>
                </c:pt>
                <c:pt idx="113">
                  <c:v>426</c:v>
                </c:pt>
                <c:pt idx="114">
                  <c:v>428</c:v>
                </c:pt>
                <c:pt idx="115">
                  <c:v>430</c:v>
                </c:pt>
                <c:pt idx="116">
                  <c:v>432</c:v>
                </c:pt>
                <c:pt idx="117">
                  <c:v>434</c:v>
                </c:pt>
                <c:pt idx="118">
                  <c:v>436</c:v>
                </c:pt>
                <c:pt idx="119">
                  <c:v>438</c:v>
                </c:pt>
                <c:pt idx="120">
                  <c:v>440</c:v>
                </c:pt>
                <c:pt idx="121">
                  <c:v>442</c:v>
                </c:pt>
                <c:pt idx="122">
                  <c:v>444</c:v>
                </c:pt>
                <c:pt idx="123">
                  <c:v>446</c:v>
                </c:pt>
                <c:pt idx="124">
                  <c:v>448</c:v>
                </c:pt>
                <c:pt idx="125">
                  <c:v>450</c:v>
                </c:pt>
                <c:pt idx="126">
                  <c:v>452</c:v>
                </c:pt>
                <c:pt idx="127">
                  <c:v>454</c:v>
                </c:pt>
                <c:pt idx="128">
                  <c:v>456</c:v>
                </c:pt>
                <c:pt idx="129">
                  <c:v>458</c:v>
                </c:pt>
                <c:pt idx="130">
                  <c:v>460</c:v>
                </c:pt>
                <c:pt idx="131">
                  <c:v>462</c:v>
                </c:pt>
                <c:pt idx="132">
                  <c:v>464</c:v>
                </c:pt>
                <c:pt idx="133">
                  <c:v>466</c:v>
                </c:pt>
                <c:pt idx="134">
                  <c:v>468</c:v>
                </c:pt>
                <c:pt idx="135">
                  <c:v>470</c:v>
                </c:pt>
                <c:pt idx="136">
                  <c:v>472</c:v>
                </c:pt>
                <c:pt idx="137">
                  <c:v>474</c:v>
                </c:pt>
                <c:pt idx="138">
                  <c:v>476</c:v>
                </c:pt>
                <c:pt idx="139">
                  <c:v>478</c:v>
                </c:pt>
                <c:pt idx="140">
                  <c:v>480</c:v>
                </c:pt>
                <c:pt idx="141">
                  <c:v>482</c:v>
                </c:pt>
                <c:pt idx="142">
                  <c:v>484</c:v>
                </c:pt>
                <c:pt idx="143">
                  <c:v>486</c:v>
                </c:pt>
                <c:pt idx="144">
                  <c:v>488</c:v>
                </c:pt>
                <c:pt idx="145">
                  <c:v>490</c:v>
                </c:pt>
                <c:pt idx="146">
                  <c:v>492</c:v>
                </c:pt>
                <c:pt idx="147">
                  <c:v>494</c:v>
                </c:pt>
                <c:pt idx="148">
                  <c:v>496</c:v>
                </c:pt>
                <c:pt idx="149">
                  <c:v>498</c:v>
                </c:pt>
                <c:pt idx="150">
                  <c:v>500</c:v>
                </c:pt>
                <c:pt idx="151">
                  <c:v>502</c:v>
                </c:pt>
                <c:pt idx="152">
                  <c:v>504</c:v>
                </c:pt>
                <c:pt idx="153">
                  <c:v>506</c:v>
                </c:pt>
                <c:pt idx="154">
                  <c:v>508</c:v>
                </c:pt>
                <c:pt idx="155">
                  <c:v>510</c:v>
                </c:pt>
                <c:pt idx="156">
                  <c:v>512</c:v>
                </c:pt>
                <c:pt idx="157">
                  <c:v>514</c:v>
                </c:pt>
                <c:pt idx="158">
                  <c:v>516</c:v>
                </c:pt>
                <c:pt idx="159">
                  <c:v>518</c:v>
                </c:pt>
                <c:pt idx="160">
                  <c:v>520</c:v>
                </c:pt>
                <c:pt idx="161">
                  <c:v>522</c:v>
                </c:pt>
                <c:pt idx="162">
                  <c:v>524</c:v>
                </c:pt>
                <c:pt idx="163">
                  <c:v>526</c:v>
                </c:pt>
                <c:pt idx="164">
                  <c:v>528</c:v>
                </c:pt>
                <c:pt idx="165">
                  <c:v>530</c:v>
                </c:pt>
                <c:pt idx="166">
                  <c:v>532</c:v>
                </c:pt>
                <c:pt idx="167">
                  <c:v>534</c:v>
                </c:pt>
                <c:pt idx="168">
                  <c:v>536</c:v>
                </c:pt>
                <c:pt idx="169">
                  <c:v>538</c:v>
                </c:pt>
                <c:pt idx="170">
                  <c:v>540</c:v>
                </c:pt>
                <c:pt idx="171">
                  <c:v>542</c:v>
                </c:pt>
                <c:pt idx="172">
                  <c:v>544</c:v>
                </c:pt>
                <c:pt idx="173">
                  <c:v>546</c:v>
                </c:pt>
                <c:pt idx="174">
                  <c:v>548</c:v>
                </c:pt>
                <c:pt idx="175">
                  <c:v>550</c:v>
                </c:pt>
                <c:pt idx="176">
                  <c:v>552</c:v>
                </c:pt>
                <c:pt idx="177">
                  <c:v>554</c:v>
                </c:pt>
                <c:pt idx="178">
                  <c:v>556</c:v>
                </c:pt>
                <c:pt idx="179">
                  <c:v>558</c:v>
                </c:pt>
                <c:pt idx="180">
                  <c:v>560</c:v>
                </c:pt>
                <c:pt idx="181">
                  <c:v>562</c:v>
                </c:pt>
                <c:pt idx="182">
                  <c:v>564</c:v>
                </c:pt>
                <c:pt idx="183">
                  <c:v>566</c:v>
                </c:pt>
                <c:pt idx="184">
                  <c:v>568</c:v>
                </c:pt>
                <c:pt idx="185">
                  <c:v>570</c:v>
                </c:pt>
                <c:pt idx="186">
                  <c:v>572</c:v>
                </c:pt>
                <c:pt idx="187">
                  <c:v>574</c:v>
                </c:pt>
                <c:pt idx="188">
                  <c:v>576</c:v>
                </c:pt>
                <c:pt idx="189">
                  <c:v>578</c:v>
                </c:pt>
                <c:pt idx="190">
                  <c:v>580</c:v>
                </c:pt>
                <c:pt idx="191">
                  <c:v>582</c:v>
                </c:pt>
                <c:pt idx="192">
                  <c:v>584</c:v>
                </c:pt>
                <c:pt idx="193">
                  <c:v>586</c:v>
                </c:pt>
                <c:pt idx="194">
                  <c:v>588</c:v>
                </c:pt>
                <c:pt idx="195">
                  <c:v>590</c:v>
                </c:pt>
                <c:pt idx="196">
                  <c:v>592</c:v>
                </c:pt>
                <c:pt idx="197">
                  <c:v>594</c:v>
                </c:pt>
                <c:pt idx="198">
                  <c:v>596</c:v>
                </c:pt>
                <c:pt idx="199">
                  <c:v>598</c:v>
                </c:pt>
                <c:pt idx="200">
                  <c:v>600</c:v>
                </c:pt>
                <c:pt idx="201">
                  <c:v>602</c:v>
                </c:pt>
                <c:pt idx="202">
                  <c:v>604</c:v>
                </c:pt>
                <c:pt idx="203">
                  <c:v>606</c:v>
                </c:pt>
                <c:pt idx="204">
                  <c:v>608</c:v>
                </c:pt>
                <c:pt idx="205">
                  <c:v>610</c:v>
                </c:pt>
                <c:pt idx="206">
                  <c:v>612</c:v>
                </c:pt>
                <c:pt idx="207">
                  <c:v>614</c:v>
                </c:pt>
                <c:pt idx="208">
                  <c:v>616</c:v>
                </c:pt>
                <c:pt idx="209">
                  <c:v>618</c:v>
                </c:pt>
                <c:pt idx="210">
                  <c:v>620</c:v>
                </c:pt>
                <c:pt idx="211">
                  <c:v>622</c:v>
                </c:pt>
                <c:pt idx="212">
                  <c:v>624</c:v>
                </c:pt>
                <c:pt idx="213">
                  <c:v>626</c:v>
                </c:pt>
                <c:pt idx="214">
                  <c:v>628</c:v>
                </c:pt>
                <c:pt idx="215">
                  <c:v>630</c:v>
                </c:pt>
                <c:pt idx="216">
                  <c:v>632</c:v>
                </c:pt>
                <c:pt idx="217">
                  <c:v>634</c:v>
                </c:pt>
                <c:pt idx="218">
                  <c:v>636</c:v>
                </c:pt>
                <c:pt idx="219">
                  <c:v>638</c:v>
                </c:pt>
                <c:pt idx="220">
                  <c:v>640</c:v>
                </c:pt>
                <c:pt idx="221">
                  <c:v>642</c:v>
                </c:pt>
                <c:pt idx="222">
                  <c:v>644</c:v>
                </c:pt>
                <c:pt idx="223">
                  <c:v>646</c:v>
                </c:pt>
                <c:pt idx="224">
                  <c:v>648</c:v>
                </c:pt>
                <c:pt idx="225">
                  <c:v>650</c:v>
                </c:pt>
                <c:pt idx="226">
                  <c:v>652</c:v>
                </c:pt>
                <c:pt idx="227">
                  <c:v>654</c:v>
                </c:pt>
                <c:pt idx="228">
                  <c:v>656</c:v>
                </c:pt>
                <c:pt idx="229">
                  <c:v>658</c:v>
                </c:pt>
                <c:pt idx="230">
                  <c:v>660</c:v>
                </c:pt>
                <c:pt idx="231">
                  <c:v>662</c:v>
                </c:pt>
                <c:pt idx="232">
                  <c:v>664</c:v>
                </c:pt>
                <c:pt idx="233">
                  <c:v>666</c:v>
                </c:pt>
                <c:pt idx="234">
                  <c:v>668</c:v>
                </c:pt>
                <c:pt idx="235">
                  <c:v>670</c:v>
                </c:pt>
                <c:pt idx="236">
                  <c:v>672</c:v>
                </c:pt>
                <c:pt idx="237">
                  <c:v>674</c:v>
                </c:pt>
                <c:pt idx="238">
                  <c:v>676</c:v>
                </c:pt>
                <c:pt idx="239">
                  <c:v>678</c:v>
                </c:pt>
                <c:pt idx="240">
                  <c:v>680</c:v>
                </c:pt>
                <c:pt idx="241">
                  <c:v>682</c:v>
                </c:pt>
                <c:pt idx="242">
                  <c:v>684</c:v>
                </c:pt>
                <c:pt idx="243">
                  <c:v>686</c:v>
                </c:pt>
                <c:pt idx="244">
                  <c:v>688</c:v>
                </c:pt>
                <c:pt idx="245">
                  <c:v>690</c:v>
                </c:pt>
                <c:pt idx="246">
                  <c:v>692</c:v>
                </c:pt>
                <c:pt idx="247">
                  <c:v>694</c:v>
                </c:pt>
                <c:pt idx="248">
                  <c:v>696</c:v>
                </c:pt>
                <c:pt idx="249">
                  <c:v>698</c:v>
                </c:pt>
                <c:pt idx="250">
                  <c:v>700</c:v>
                </c:pt>
                <c:pt idx="251">
                  <c:v>702</c:v>
                </c:pt>
                <c:pt idx="252">
                  <c:v>704</c:v>
                </c:pt>
                <c:pt idx="253">
                  <c:v>706</c:v>
                </c:pt>
                <c:pt idx="254">
                  <c:v>708</c:v>
                </c:pt>
                <c:pt idx="255">
                  <c:v>710</c:v>
                </c:pt>
                <c:pt idx="256">
                  <c:v>712</c:v>
                </c:pt>
                <c:pt idx="257">
                  <c:v>714</c:v>
                </c:pt>
                <c:pt idx="258">
                  <c:v>716</c:v>
                </c:pt>
                <c:pt idx="259">
                  <c:v>718</c:v>
                </c:pt>
                <c:pt idx="260">
                  <c:v>720</c:v>
                </c:pt>
                <c:pt idx="261">
                  <c:v>722</c:v>
                </c:pt>
                <c:pt idx="262">
                  <c:v>724</c:v>
                </c:pt>
                <c:pt idx="263">
                  <c:v>726</c:v>
                </c:pt>
                <c:pt idx="264">
                  <c:v>728</c:v>
                </c:pt>
                <c:pt idx="265">
                  <c:v>730</c:v>
                </c:pt>
                <c:pt idx="266">
                  <c:v>732</c:v>
                </c:pt>
                <c:pt idx="267">
                  <c:v>734</c:v>
                </c:pt>
                <c:pt idx="268">
                  <c:v>736</c:v>
                </c:pt>
                <c:pt idx="269">
                  <c:v>738</c:v>
                </c:pt>
                <c:pt idx="270">
                  <c:v>740</c:v>
                </c:pt>
                <c:pt idx="271">
                  <c:v>742</c:v>
                </c:pt>
                <c:pt idx="272">
                  <c:v>744</c:v>
                </c:pt>
                <c:pt idx="273">
                  <c:v>746</c:v>
                </c:pt>
                <c:pt idx="274">
                  <c:v>748</c:v>
                </c:pt>
                <c:pt idx="275">
                  <c:v>750</c:v>
                </c:pt>
                <c:pt idx="276">
                  <c:v>752</c:v>
                </c:pt>
                <c:pt idx="277">
                  <c:v>754</c:v>
                </c:pt>
                <c:pt idx="278">
                  <c:v>756</c:v>
                </c:pt>
                <c:pt idx="279">
                  <c:v>758</c:v>
                </c:pt>
                <c:pt idx="280">
                  <c:v>760</c:v>
                </c:pt>
                <c:pt idx="281">
                  <c:v>762</c:v>
                </c:pt>
                <c:pt idx="282">
                  <c:v>764</c:v>
                </c:pt>
                <c:pt idx="283">
                  <c:v>766</c:v>
                </c:pt>
                <c:pt idx="284">
                  <c:v>768</c:v>
                </c:pt>
                <c:pt idx="285">
                  <c:v>770</c:v>
                </c:pt>
                <c:pt idx="286">
                  <c:v>772</c:v>
                </c:pt>
                <c:pt idx="287">
                  <c:v>774</c:v>
                </c:pt>
                <c:pt idx="288">
                  <c:v>776</c:v>
                </c:pt>
                <c:pt idx="289">
                  <c:v>778</c:v>
                </c:pt>
                <c:pt idx="290">
                  <c:v>780</c:v>
                </c:pt>
                <c:pt idx="291">
                  <c:v>782</c:v>
                </c:pt>
                <c:pt idx="292">
                  <c:v>784</c:v>
                </c:pt>
                <c:pt idx="293">
                  <c:v>786</c:v>
                </c:pt>
                <c:pt idx="294">
                  <c:v>788</c:v>
                </c:pt>
                <c:pt idx="295">
                  <c:v>790</c:v>
                </c:pt>
                <c:pt idx="296">
                  <c:v>792</c:v>
                </c:pt>
                <c:pt idx="297">
                  <c:v>794</c:v>
                </c:pt>
                <c:pt idx="298">
                  <c:v>796</c:v>
                </c:pt>
                <c:pt idx="299">
                  <c:v>798</c:v>
                </c:pt>
                <c:pt idx="300">
                  <c:v>800</c:v>
                </c:pt>
                <c:pt idx="301">
                  <c:v>802</c:v>
                </c:pt>
                <c:pt idx="302">
                  <c:v>804</c:v>
                </c:pt>
                <c:pt idx="303">
                  <c:v>806</c:v>
                </c:pt>
                <c:pt idx="304">
                  <c:v>808</c:v>
                </c:pt>
                <c:pt idx="305">
                  <c:v>810</c:v>
                </c:pt>
                <c:pt idx="306">
                  <c:v>812</c:v>
                </c:pt>
                <c:pt idx="307">
                  <c:v>814</c:v>
                </c:pt>
                <c:pt idx="308">
                  <c:v>816</c:v>
                </c:pt>
                <c:pt idx="309">
                  <c:v>818</c:v>
                </c:pt>
                <c:pt idx="310">
                  <c:v>820</c:v>
                </c:pt>
                <c:pt idx="311">
                  <c:v>822</c:v>
                </c:pt>
                <c:pt idx="312">
                  <c:v>824</c:v>
                </c:pt>
                <c:pt idx="313">
                  <c:v>826</c:v>
                </c:pt>
                <c:pt idx="314">
                  <c:v>828</c:v>
                </c:pt>
                <c:pt idx="315">
                  <c:v>830</c:v>
                </c:pt>
                <c:pt idx="316">
                  <c:v>832</c:v>
                </c:pt>
                <c:pt idx="317">
                  <c:v>834</c:v>
                </c:pt>
                <c:pt idx="318">
                  <c:v>836</c:v>
                </c:pt>
                <c:pt idx="319">
                  <c:v>838</c:v>
                </c:pt>
                <c:pt idx="320">
                  <c:v>840</c:v>
                </c:pt>
                <c:pt idx="321">
                  <c:v>842</c:v>
                </c:pt>
                <c:pt idx="322">
                  <c:v>844</c:v>
                </c:pt>
                <c:pt idx="323">
                  <c:v>846</c:v>
                </c:pt>
                <c:pt idx="324">
                  <c:v>848</c:v>
                </c:pt>
                <c:pt idx="325">
                  <c:v>850</c:v>
                </c:pt>
                <c:pt idx="326">
                  <c:v>852</c:v>
                </c:pt>
                <c:pt idx="327">
                  <c:v>854</c:v>
                </c:pt>
                <c:pt idx="328">
                  <c:v>856</c:v>
                </c:pt>
                <c:pt idx="329">
                  <c:v>858</c:v>
                </c:pt>
                <c:pt idx="330">
                  <c:v>860</c:v>
                </c:pt>
                <c:pt idx="331">
                  <c:v>862</c:v>
                </c:pt>
                <c:pt idx="332">
                  <c:v>864</c:v>
                </c:pt>
                <c:pt idx="333">
                  <c:v>866</c:v>
                </c:pt>
                <c:pt idx="334">
                  <c:v>868</c:v>
                </c:pt>
                <c:pt idx="335">
                  <c:v>870</c:v>
                </c:pt>
                <c:pt idx="336">
                  <c:v>872</c:v>
                </c:pt>
                <c:pt idx="337">
                  <c:v>874</c:v>
                </c:pt>
                <c:pt idx="338">
                  <c:v>876</c:v>
                </c:pt>
                <c:pt idx="339">
                  <c:v>878</c:v>
                </c:pt>
                <c:pt idx="340">
                  <c:v>880</c:v>
                </c:pt>
                <c:pt idx="341">
                  <c:v>882</c:v>
                </c:pt>
                <c:pt idx="342">
                  <c:v>884</c:v>
                </c:pt>
                <c:pt idx="343">
                  <c:v>886</c:v>
                </c:pt>
                <c:pt idx="344">
                  <c:v>888</c:v>
                </c:pt>
                <c:pt idx="345">
                  <c:v>890</c:v>
                </c:pt>
                <c:pt idx="346">
                  <c:v>892</c:v>
                </c:pt>
                <c:pt idx="347">
                  <c:v>894</c:v>
                </c:pt>
                <c:pt idx="348">
                  <c:v>896</c:v>
                </c:pt>
                <c:pt idx="349">
                  <c:v>898</c:v>
                </c:pt>
                <c:pt idx="350">
                  <c:v>900</c:v>
                </c:pt>
                <c:pt idx="351">
                  <c:v>902</c:v>
                </c:pt>
                <c:pt idx="352">
                  <c:v>904</c:v>
                </c:pt>
                <c:pt idx="353">
                  <c:v>906</c:v>
                </c:pt>
                <c:pt idx="354">
                  <c:v>908</c:v>
                </c:pt>
                <c:pt idx="355">
                  <c:v>910</c:v>
                </c:pt>
                <c:pt idx="356">
                  <c:v>912</c:v>
                </c:pt>
                <c:pt idx="357">
                  <c:v>914</c:v>
                </c:pt>
                <c:pt idx="358">
                  <c:v>916</c:v>
                </c:pt>
                <c:pt idx="359">
                  <c:v>918</c:v>
                </c:pt>
                <c:pt idx="360">
                  <c:v>920</c:v>
                </c:pt>
                <c:pt idx="361">
                  <c:v>922</c:v>
                </c:pt>
                <c:pt idx="362">
                  <c:v>924</c:v>
                </c:pt>
                <c:pt idx="363">
                  <c:v>926</c:v>
                </c:pt>
                <c:pt idx="364">
                  <c:v>928</c:v>
                </c:pt>
                <c:pt idx="365">
                  <c:v>930</c:v>
                </c:pt>
                <c:pt idx="366">
                  <c:v>932</c:v>
                </c:pt>
                <c:pt idx="367">
                  <c:v>934</c:v>
                </c:pt>
                <c:pt idx="368">
                  <c:v>936</c:v>
                </c:pt>
                <c:pt idx="369">
                  <c:v>938</c:v>
                </c:pt>
                <c:pt idx="370">
                  <c:v>940</c:v>
                </c:pt>
                <c:pt idx="371">
                  <c:v>942</c:v>
                </c:pt>
                <c:pt idx="372">
                  <c:v>944</c:v>
                </c:pt>
                <c:pt idx="373">
                  <c:v>946</c:v>
                </c:pt>
                <c:pt idx="374">
                  <c:v>948</c:v>
                </c:pt>
                <c:pt idx="375">
                  <c:v>950</c:v>
                </c:pt>
                <c:pt idx="376">
                  <c:v>952</c:v>
                </c:pt>
                <c:pt idx="377">
                  <c:v>954</c:v>
                </c:pt>
                <c:pt idx="378">
                  <c:v>956</c:v>
                </c:pt>
                <c:pt idx="379">
                  <c:v>958</c:v>
                </c:pt>
                <c:pt idx="380">
                  <c:v>960</c:v>
                </c:pt>
                <c:pt idx="381">
                  <c:v>962</c:v>
                </c:pt>
                <c:pt idx="382">
                  <c:v>964</c:v>
                </c:pt>
                <c:pt idx="383">
                  <c:v>966</c:v>
                </c:pt>
                <c:pt idx="384">
                  <c:v>968</c:v>
                </c:pt>
                <c:pt idx="385">
                  <c:v>970</c:v>
                </c:pt>
                <c:pt idx="386">
                  <c:v>972</c:v>
                </c:pt>
                <c:pt idx="387">
                  <c:v>974</c:v>
                </c:pt>
                <c:pt idx="388">
                  <c:v>976</c:v>
                </c:pt>
                <c:pt idx="389">
                  <c:v>978</c:v>
                </c:pt>
                <c:pt idx="390">
                  <c:v>980</c:v>
                </c:pt>
                <c:pt idx="391">
                  <c:v>982</c:v>
                </c:pt>
                <c:pt idx="392">
                  <c:v>984</c:v>
                </c:pt>
                <c:pt idx="393">
                  <c:v>986</c:v>
                </c:pt>
                <c:pt idx="394">
                  <c:v>988</c:v>
                </c:pt>
                <c:pt idx="395">
                  <c:v>990</c:v>
                </c:pt>
                <c:pt idx="396">
                  <c:v>992</c:v>
                </c:pt>
                <c:pt idx="397">
                  <c:v>994</c:v>
                </c:pt>
                <c:pt idx="398">
                  <c:v>996</c:v>
                </c:pt>
                <c:pt idx="399">
                  <c:v>998</c:v>
                </c:pt>
                <c:pt idx="400">
                  <c:v>1000</c:v>
                </c:pt>
                <c:pt idx="401">
                  <c:v>1002</c:v>
                </c:pt>
                <c:pt idx="402">
                  <c:v>1004</c:v>
                </c:pt>
                <c:pt idx="403">
                  <c:v>1006</c:v>
                </c:pt>
                <c:pt idx="404">
                  <c:v>1008</c:v>
                </c:pt>
                <c:pt idx="405">
                  <c:v>1010</c:v>
                </c:pt>
                <c:pt idx="406">
                  <c:v>1012</c:v>
                </c:pt>
                <c:pt idx="407">
                  <c:v>1014</c:v>
                </c:pt>
                <c:pt idx="408">
                  <c:v>1016</c:v>
                </c:pt>
                <c:pt idx="409">
                  <c:v>1018</c:v>
                </c:pt>
                <c:pt idx="410">
                  <c:v>1020</c:v>
                </c:pt>
                <c:pt idx="411">
                  <c:v>1022</c:v>
                </c:pt>
                <c:pt idx="412">
                  <c:v>1024</c:v>
                </c:pt>
                <c:pt idx="413">
                  <c:v>1026</c:v>
                </c:pt>
                <c:pt idx="414">
                  <c:v>1028</c:v>
                </c:pt>
                <c:pt idx="415">
                  <c:v>1030</c:v>
                </c:pt>
                <c:pt idx="416">
                  <c:v>1032</c:v>
                </c:pt>
                <c:pt idx="417">
                  <c:v>1034</c:v>
                </c:pt>
                <c:pt idx="418">
                  <c:v>1036</c:v>
                </c:pt>
                <c:pt idx="419">
                  <c:v>1038</c:v>
                </c:pt>
                <c:pt idx="420">
                  <c:v>1040</c:v>
                </c:pt>
                <c:pt idx="421">
                  <c:v>1042</c:v>
                </c:pt>
                <c:pt idx="422">
                  <c:v>1044</c:v>
                </c:pt>
                <c:pt idx="423">
                  <c:v>1046</c:v>
                </c:pt>
                <c:pt idx="424">
                  <c:v>1048</c:v>
                </c:pt>
                <c:pt idx="425">
                  <c:v>1050</c:v>
                </c:pt>
                <c:pt idx="426">
                  <c:v>1052</c:v>
                </c:pt>
                <c:pt idx="427">
                  <c:v>1054</c:v>
                </c:pt>
                <c:pt idx="428">
                  <c:v>1056</c:v>
                </c:pt>
                <c:pt idx="429">
                  <c:v>1058</c:v>
                </c:pt>
                <c:pt idx="430">
                  <c:v>1060</c:v>
                </c:pt>
                <c:pt idx="431">
                  <c:v>1062</c:v>
                </c:pt>
                <c:pt idx="432">
                  <c:v>1064</c:v>
                </c:pt>
                <c:pt idx="433">
                  <c:v>1066</c:v>
                </c:pt>
                <c:pt idx="434">
                  <c:v>1068</c:v>
                </c:pt>
                <c:pt idx="435">
                  <c:v>1070</c:v>
                </c:pt>
                <c:pt idx="436">
                  <c:v>1072</c:v>
                </c:pt>
                <c:pt idx="437">
                  <c:v>1074</c:v>
                </c:pt>
                <c:pt idx="438">
                  <c:v>1076</c:v>
                </c:pt>
                <c:pt idx="439">
                  <c:v>1078</c:v>
                </c:pt>
                <c:pt idx="440">
                  <c:v>1080</c:v>
                </c:pt>
                <c:pt idx="441">
                  <c:v>1082</c:v>
                </c:pt>
                <c:pt idx="442">
                  <c:v>1084</c:v>
                </c:pt>
                <c:pt idx="443">
                  <c:v>1086</c:v>
                </c:pt>
                <c:pt idx="444">
                  <c:v>1088</c:v>
                </c:pt>
                <c:pt idx="445">
                  <c:v>1090</c:v>
                </c:pt>
                <c:pt idx="446">
                  <c:v>1092</c:v>
                </c:pt>
                <c:pt idx="447">
                  <c:v>1094</c:v>
                </c:pt>
                <c:pt idx="448">
                  <c:v>1096</c:v>
                </c:pt>
                <c:pt idx="449">
                  <c:v>1098</c:v>
                </c:pt>
                <c:pt idx="450">
                  <c:v>1100</c:v>
                </c:pt>
                <c:pt idx="451">
                  <c:v>1102</c:v>
                </c:pt>
                <c:pt idx="452">
                  <c:v>1104</c:v>
                </c:pt>
                <c:pt idx="453">
                  <c:v>1106</c:v>
                </c:pt>
                <c:pt idx="454">
                  <c:v>1108</c:v>
                </c:pt>
                <c:pt idx="455">
                  <c:v>1110</c:v>
                </c:pt>
                <c:pt idx="456">
                  <c:v>1112</c:v>
                </c:pt>
                <c:pt idx="457">
                  <c:v>1114</c:v>
                </c:pt>
                <c:pt idx="458">
                  <c:v>1116</c:v>
                </c:pt>
                <c:pt idx="459">
                  <c:v>1118</c:v>
                </c:pt>
                <c:pt idx="460">
                  <c:v>1120</c:v>
                </c:pt>
                <c:pt idx="461">
                  <c:v>1122</c:v>
                </c:pt>
                <c:pt idx="462">
                  <c:v>1124</c:v>
                </c:pt>
                <c:pt idx="463">
                  <c:v>1126</c:v>
                </c:pt>
                <c:pt idx="464">
                  <c:v>1128</c:v>
                </c:pt>
                <c:pt idx="465">
                  <c:v>1130</c:v>
                </c:pt>
                <c:pt idx="466">
                  <c:v>1132</c:v>
                </c:pt>
                <c:pt idx="467">
                  <c:v>1134</c:v>
                </c:pt>
                <c:pt idx="468">
                  <c:v>1136</c:v>
                </c:pt>
                <c:pt idx="469">
                  <c:v>1138</c:v>
                </c:pt>
                <c:pt idx="470">
                  <c:v>1140</c:v>
                </c:pt>
                <c:pt idx="471">
                  <c:v>1142</c:v>
                </c:pt>
                <c:pt idx="472">
                  <c:v>1144</c:v>
                </c:pt>
                <c:pt idx="473">
                  <c:v>1146</c:v>
                </c:pt>
                <c:pt idx="474">
                  <c:v>1148</c:v>
                </c:pt>
                <c:pt idx="475">
                  <c:v>1150</c:v>
                </c:pt>
                <c:pt idx="476">
                  <c:v>1152</c:v>
                </c:pt>
                <c:pt idx="477">
                  <c:v>1154</c:v>
                </c:pt>
                <c:pt idx="478">
                  <c:v>1156</c:v>
                </c:pt>
                <c:pt idx="479">
                  <c:v>1158</c:v>
                </c:pt>
                <c:pt idx="480">
                  <c:v>1160</c:v>
                </c:pt>
                <c:pt idx="481">
                  <c:v>1162</c:v>
                </c:pt>
                <c:pt idx="482">
                  <c:v>1164</c:v>
                </c:pt>
                <c:pt idx="483">
                  <c:v>1166</c:v>
                </c:pt>
                <c:pt idx="484">
                  <c:v>1168</c:v>
                </c:pt>
                <c:pt idx="485">
                  <c:v>1170</c:v>
                </c:pt>
                <c:pt idx="486">
                  <c:v>1172</c:v>
                </c:pt>
                <c:pt idx="487">
                  <c:v>1174</c:v>
                </c:pt>
                <c:pt idx="488">
                  <c:v>1176</c:v>
                </c:pt>
                <c:pt idx="489">
                  <c:v>1178</c:v>
                </c:pt>
                <c:pt idx="490">
                  <c:v>1180</c:v>
                </c:pt>
                <c:pt idx="491">
                  <c:v>1182</c:v>
                </c:pt>
                <c:pt idx="492">
                  <c:v>1184</c:v>
                </c:pt>
                <c:pt idx="493">
                  <c:v>1186</c:v>
                </c:pt>
                <c:pt idx="494">
                  <c:v>1188</c:v>
                </c:pt>
                <c:pt idx="495">
                  <c:v>1190</c:v>
                </c:pt>
                <c:pt idx="496">
                  <c:v>1192</c:v>
                </c:pt>
                <c:pt idx="497">
                  <c:v>1194</c:v>
                </c:pt>
                <c:pt idx="498">
                  <c:v>1196</c:v>
                </c:pt>
                <c:pt idx="499">
                  <c:v>1198</c:v>
                </c:pt>
                <c:pt idx="500">
                  <c:v>1200</c:v>
                </c:pt>
              </c:numCache>
            </c:numRef>
          </c:xVal>
          <c:yVal>
            <c:numRef>
              <c:f>'Chart Data'!$B$2:$B$502</c:f>
              <c:numCache>
                <c:formatCode>0.0</c:formatCode>
                <c:ptCount val="501"/>
                <c:pt idx="0">
                  <c:v>0.0934335</c:v>
                </c:pt>
                <c:pt idx="1">
                  <c:v>0.1036613</c:v>
                </c:pt>
                <c:pt idx="2">
                  <c:v>0.1084869</c:v>
                </c:pt>
                <c:pt idx="3">
                  <c:v>0.1095502</c:v>
                </c:pt>
                <c:pt idx="4">
                  <c:v>0.1078833</c:v>
                </c:pt>
                <c:pt idx="5">
                  <c:v>0.098344</c:v>
                </c:pt>
                <c:pt idx="6">
                  <c:v>0.08978417</c:v>
                </c:pt>
                <c:pt idx="7">
                  <c:v>0.07648939</c:v>
                </c:pt>
                <c:pt idx="8">
                  <c:v>0.06624994</c:v>
                </c:pt>
                <c:pt idx="9">
                  <c:v>0.05502368</c:v>
                </c:pt>
                <c:pt idx="10">
                  <c:v>0.04731232</c:v>
                </c:pt>
                <c:pt idx="11">
                  <c:v>0.03914863</c:v>
                </c:pt>
                <c:pt idx="12">
                  <c:v>0.03417406</c:v>
                </c:pt>
                <c:pt idx="13">
                  <c:v>0.02808515</c:v>
                </c:pt>
                <c:pt idx="14">
                  <c:v>0.02442953</c:v>
                </c:pt>
                <c:pt idx="15">
                  <c:v>0.02085179</c:v>
                </c:pt>
                <c:pt idx="16">
                  <c:v>0.01839653</c:v>
                </c:pt>
                <c:pt idx="17">
                  <c:v>0.01585522</c:v>
                </c:pt>
                <c:pt idx="18">
                  <c:v>0.01393258</c:v>
                </c:pt>
                <c:pt idx="19">
                  <c:v>0.01230766</c:v>
                </c:pt>
                <c:pt idx="20">
                  <c:v>0.01093099</c:v>
                </c:pt>
                <c:pt idx="21">
                  <c:v>0.0097941</c:v>
                </c:pt>
                <c:pt idx="22">
                  <c:v>0.009440355</c:v>
                </c:pt>
                <c:pt idx="23">
                  <c:v>0.008168292</c:v>
                </c:pt>
                <c:pt idx="24">
                  <c:v>0.007599806</c:v>
                </c:pt>
                <c:pt idx="25">
                  <c:v>0.006868151</c:v>
                </c:pt>
                <c:pt idx="26">
                  <c:v>0.00639691</c:v>
                </c:pt>
                <c:pt idx="27">
                  <c:v>0.005735958</c:v>
                </c:pt>
                <c:pt idx="28">
                  <c:v>0.005405973</c:v>
                </c:pt>
                <c:pt idx="29">
                  <c:v>0.006033497</c:v>
                </c:pt>
                <c:pt idx="30">
                  <c:v>0.005952813</c:v>
                </c:pt>
                <c:pt idx="31">
                  <c:v>0.00551091</c:v>
                </c:pt>
                <c:pt idx="32">
                  <c:v>0.004798799</c:v>
                </c:pt>
                <c:pt idx="33">
                  <c:v>0.003994316</c:v>
                </c:pt>
                <c:pt idx="34">
                  <c:v>0.002983859</c:v>
                </c:pt>
                <c:pt idx="35">
                  <c:v>0.00202725</c:v>
                </c:pt>
                <c:pt idx="36">
                  <c:v>0.001274174</c:v>
                </c:pt>
                <c:pt idx="37">
                  <c:v>0.0007586314</c:v>
                </c:pt>
                <c:pt idx="38">
                  <c:v>0.0009419765</c:v>
                </c:pt>
                <c:pt idx="39">
                  <c:v>0.0005951844</c:v>
                </c:pt>
                <c:pt idx="40">
                  <c:v>0.0004581802</c:v>
                </c:pt>
                <c:pt idx="41">
                  <c:v>0.0002535994</c:v>
                </c:pt>
                <c:pt idx="42">
                  <c:v>0.0002056751</c:v>
                </c:pt>
                <c:pt idx="43">
                  <c:v>0.0001480213</c:v>
                </c:pt>
                <c:pt idx="44">
                  <c:v>0.0003517326</c:v>
                </c:pt>
                <c:pt idx="45">
                  <c:v>0.0002109991</c:v>
                </c:pt>
                <c:pt idx="46">
                  <c:v>0.0001971921</c:v>
                </c:pt>
                <c:pt idx="47">
                  <c:v>0.0003453968</c:v>
                </c:pt>
                <c:pt idx="48">
                  <c:v>0.0004208899</c:v>
                </c:pt>
                <c:pt idx="49">
                  <c:v>0.0003320461</c:v>
                </c:pt>
                <c:pt idx="50">
                  <c:v>0.00020441</c:v>
                </c:pt>
                <c:pt idx="51">
                  <c:v>0.0004432464</c:v>
                </c:pt>
                <c:pt idx="52">
                  <c:v>0.0002579217</c:v>
                </c:pt>
                <c:pt idx="53">
                  <c:v>0.0001593588</c:v>
                </c:pt>
                <c:pt idx="54">
                  <c:v>0.0001470278</c:v>
                </c:pt>
                <c:pt idx="55">
                  <c:v>0.0002929557</c:v>
                </c:pt>
                <c:pt idx="56">
                  <c:v>1.158694E-05</c:v>
                </c:pt>
                <c:pt idx="57">
                  <c:v>0.0001674635</c:v>
                </c:pt>
                <c:pt idx="58">
                  <c:v>0.0001222353</c:v>
                </c:pt>
                <c:pt idx="59">
                  <c:v>0.0002506308</c:v>
                </c:pt>
                <c:pt idx="60">
                  <c:v>0.0001904212</c:v>
                </c:pt>
                <c:pt idx="61">
                  <c:v>9.188012E-05</c:v>
                </c:pt>
                <c:pt idx="62">
                  <c:v>0.0001864204</c:v>
                </c:pt>
                <c:pt idx="63">
                  <c:v>0.0003302377</c:v>
                </c:pt>
                <c:pt idx="64">
                  <c:v>0.0003206321</c:v>
                </c:pt>
                <c:pt idx="65">
                  <c:v>0.0003147052</c:v>
                </c:pt>
                <c:pt idx="66">
                  <c:v>0.0006503267</c:v>
                </c:pt>
                <c:pt idx="67">
                  <c:v>0.0009307673</c:v>
                </c:pt>
                <c:pt idx="68">
                  <c:v>0.00104467</c:v>
                </c:pt>
                <c:pt idx="69">
                  <c:v>0.001055329</c:v>
                </c:pt>
                <c:pt idx="70">
                  <c:v>0.001494727</c:v>
                </c:pt>
                <c:pt idx="71">
                  <c:v>0.001915685</c:v>
                </c:pt>
                <c:pt idx="72">
                  <c:v>0.003242978</c:v>
                </c:pt>
                <c:pt idx="73">
                  <c:v>0.005857931</c:v>
                </c:pt>
                <c:pt idx="74">
                  <c:v>0.01099668</c:v>
                </c:pt>
                <c:pt idx="75">
                  <c:v>0.01882426</c:v>
                </c:pt>
                <c:pt idx="76">
                  <c:v>0.02499986</c:v>
                </c:pt>
                <c:pt idx="77">
                  <c:v>0.02598805</c:v>
                </c:pt>
                <c:pt idx="78">
                  <c:v>0.02412599</c:v>
                </c:pt>
                <c:pt idx="79">
                  <c:v>0.0161215</c:v>
                </c:pt>
                <c:pt idx="80">
                  <c:v>0.00807504</c:v>
                </c:pt>
                <c:pt idx="81">
                  <c:v>0.003980676</c:v>
                </c:pt>
                <c:pt idx="82">
                  <c:v>0.002619351</c:v>
                </c:pt>
                <c:pt idx="83">
                  <c:v>0.00146876</c:v>
                </c:pt>
                <c:pt idx="84">
                  <c:v>0.00129773</c:v>
                </c:pt>
                <c:pt idx="85">
                  <c:v>0.001023988</c:v>
                </c:pt>
                <c:pt idx="86">
                  <c:v>0.00128219</c:v>
                </c:pt>
                <c:pt idx="87">
                  <c:v>0.001031834</c:v>
                </c:pt>
                <c:pt idx="88">
                  <c:v>0.001002317</c:v>
                </c:pt>
                <c:pt idx="89">
                  <c:v>0.001210325</c:v>
                </c:pt>
                <c:pt idx="90">
                  <c:v>0.001882846</c:v>
                </c:pt>
                <c:pt idx="91">
                  <c:v>0.002213304</c:v>
                </c:pt>
                <c:pt idx="92">
                  <c:v>0.003106717</c:v>
                </c:pt>
                <c:pt idx="93">
                  <c:v>0.004921932</c:v>
                </c:pt>
                <c:pt idx="94">
                  <c:v>0.01053331</c:v>
                </c:pt>
                <c:pt idx="95">
                  <c:v>0.0150886</c:v>
                </c:pt>
                <c:pt idx="96">
                  <c:v>0.01738478</c:v>
                </c:pt>
                <c:pt idx="97">
                  <c:v>0.01712509</c:v>
                </c:pt>
                <c:pt idx="98">
                  <c:v>0.01309904</c:v>
                </c:pt>
                <c:pt idx="99">
                  <c:v>0.008565099</c:v>
                </c:pt>
                <c:pt idx="100">
                  <c:v>0.0052666</c:v>
                </c:pt>
                <c:pt idx="101">
                  <c:v>0.005100684</c:v>
                </c:pt>
                <c:pt idx="102">
                  <c:v>0.004525262</c:v>
                </c:pt>
                <c:pt idx="103">
                  <c:v>0.003964414</c:v>
                </c:pt>
                <c:pt idx="104">
                  <c:v>0.00370257</c:v>
                </c:pt>
                <c:pt idx="105">
                  <c:v>0.003573814</c:v>
                </c:pt>
                <c:pt idx="106">
                  <c:v>0.003550153</c:v>
                </c:pt>
                <c:pt idx="107">
                  <c:v>0.00363677</c:v>
                </c:pt>
                <c:pt idx="108">
                  <c:v>0.003911991</c:v>
                </c:pt>
                <c:pt idx="109">
                  <c:v>0.003836028</c:v>
                </c:pt>
                <c:pt idx="110">
                  <c:v>0.003975356</c:v>
                </c:pt>
                <c:pt idx="111">
                  <c:v>0.004498258</c:v>
                </c:pt>
                <c:pt idx="112">
                  <c:v>0.00464611</c:v>
                </c:pt>
                <c:pt idx="113">
                  <c:v>0.00524914</c:v>
                </c:pt>
                <c:pt idx="114">
                  <c:v>0.005505627</c:v>
                </c:pt>
                <c:pt idx="115">
                  <c:v>0.006064417</c:v>
                </c:pt>
                <c:pt idx="116">
                  <c:v>0.006359377</c:v>
                </c:pt>
                <c:pt idx="117">
                  <c:v>0.00738825</c:v>
                </c:pt>
                <c:pt idx="118">
                  <c:v>0.008225177</c:v>
                </c:pt>
                <c:pt idx="119">
                  <c:v>0.009529028</c:v>
                </c:pt>
                <c:pt idx="120">
                  <c:v>0.01167862</c:v>
                </c:pt>
                <c:pt idx="121">
                  <c:v>0.01455609</c:v>
                </c:pt>
                <c:pt idx="122">
                  <c:v>0.01736361</c:v>
                </c:pt>
                <c:pt idx="123">
                  <c:v>0.02268523</c:v>
                </c:pt>
                <c:pt idx="124">
                  <c:v>0.02944574</c:v>
                </c:pt>
                <c:pt idx="125">
                  <c:v>0.03902174</c:v>
                </c:pt>
                <c:pt idx="126">
                  <c:v>0.05370541</c:v>
                </c:pt>
                <c:pt idx="127">
                  <c:v>0.081612</c:v>
                </c:pt>
                <c:pt idx="128">
                  <c:v>0.130422</c:v>
                </c:pt>
                <c:pt idx="129">
                  <c:v>0.2132643</c:v>
                </c:pt>
                <c:pt idx="130">
                  <c:v>0.3195317</c:v>
                </c:pt>
                <c:pt idx="131">
                  <c:v>0.4091292</c:v>
                </c:pt>
                <c:pt idx="132">
                  <c:v>0.4460256</c:v>
                </c:pt>
                <c:pt idx="133">
                  <c:v>0.4060771</c:v>
                </c:pt>
                <c:pt idx="134">
                  <c:v>0.3131936</c:v>
                </c:pt>
                <c:pt idx="135">
                  <c:v>0.2128782</c:v>
                </c:pt>
                <c:pt idx="136">
                  <c:v>0.1435207</c:v>
                </c:pt>
                <c:pt idx="137">
                  <c:v>0.09896758</c:v>
                </c:pt>
                <c:pt idx="138">
                  <c:v>0.07248738</c:v>
                </c:pt>
                <c:pt idx="139">
                  <c:v>0.056475</c:v>
                </c:pt>
                <c:pt idx="140">
                  <c:v>0.04470573</c:v>
                </c:pt>
                <c:pt idx="141">
                  <c:v>0.03766209</c:v>
                </c:pt>
                <c:pt idx="142">
                  <c:v>0.03202155</c:v>
                </c:pt>
                <c:pt idx="143">
                  <c:v>0.02744988</c:v>
                </c:pt>
                <c:pt idx="144">
                  <c:v>0.02412324</c:v>
                </c:pt>
                <c:pt idx="145">
                  <c:v>0.02168826</c:v>
                </c:pt>
                <c:pt idx="146">
                  <c:v>0.01884885</c:v>
                </c:pt>
                <c:pt idx="147">
                  <c:v>0.01684592</c:v>
                </c:pt>
                <c:pt idx="148">
                  <c:v>0.01542603</c:v>
                </c:pt>
                <c:pt idx="149">
                  <c:v>0.01404335</c:v>
                </c:pt>
                <c:pt idx="150">
                  <c:v>0.0119346</c:v>
                </c:pt>
                <c:pt idx="151">
                  <c:v>0.01154246</c:v>
                </c:pt>
                <c:pt idx="152">
                  <c:v>0.01140724</c:v>
                </c:pt>
                <c:pt idx="153">
                  <c:v>0.01056703</c:v>
                </c:pt>
                <c:pt idx="154">
                  <c:v>0.009500826</c:v>
                </c:pt>
                <c:pt idx="155">
                  <c:v>0.009490858</c:v>
                </c:pt>
                <c:pt idx="156">
                  <c:v>0.008881608</c:v>
                </c:pt>
                <c:pt idx="157">
                  <c:v>0.008024602</c:v>
                </c:pt>
                <c:pt idx="158">
                  <c:v>0.007757696</c:v>
                </c:pt>
                <c:pt idx="159">
                  <c:v>0.007529845</c:v>
                </c:pt>
                <c:pt idx="160">
                  <c:v>0.007147939</c:v>
                </c:pt>
                <c:pt idx="161">
                  <c:v>0.005917451</c:v>
                </c:pt>
                <c:pt idx="162">
                  <c:v>0.005905433</c:v>
                </c:pt>
                <c:pt idx="163">
                  <c:v>0.005539855</c:v>
                </c:pt>
                <c:pt idx="164">
                  <c:v>0.00533531</c:v>
                </c:pt>
                <c:pt idx="165">
                  <c:v>0.00511834</c:v>
                </c:pt>
                <c:pt idx="166">
                  <c:v>0.004747382</c:v>
                </c:pt>
                <c:pt idx="167">
                  <c:v>0.004422727</c:v>
                </c:pt>
                <c:pt idx="168">
                  <c:v>0.004252381</c:v>
                </c:pt>
                <c:pt idx="169">
                  <c:v>0.004194222</c:v>
                </c:pt>
                <c:pt idx="170">
                  <c:v>0.004221246</c:v>
                </c:pt>
                <c:pt idx="171">
                  <c:v>0.003752736</c:v>
                </c:pt>
                <c:pt idx="172">
                  <c:v>0.004406246</c:v>
                </c:pt>
                <c:pt idx="173">
                  <c:v>0.003371341</c:v>
                </c:pt>
                <c:pt idx="174">
                  <c:v>0.002947097</c:v>
                </c:pt>
                <c:pt idx="175">
                  <c:v>0.003206057</c:v>
                </c:pt>
                <c:pt idx="176">
                  <c:v>0.002383025</c:v>
                </c:pt>
                <c:pt idx="177">
                  <c:v>0.002757795</c:v>
                </c:pt>
                <c:pt idx="178">
                  <c:v>0.00195277</c:v>
                </c:pt>
                <c:pt idx="179">
                  <c:v>0.002394876</c:v>
                </c:pt>
                <c:pt idx="180">
                  <c:v>0.002158598</c:v>
                </c:pt>
                <c:pt idx="181">
                  <c:v>0.001779375</c:v>
                </c:pt>
                <c:pt idx="182">
                  <c:v>0.001474719</c:v>
                </c:pt>
                <c:pt idx="183">
                  <c:v>0.001811451</c:v>
                </c:pt>
                <c:pt idx="184">
                  <c:v>0.001589192</c:v>
                </c:pt>
                <c:pt idx="185">
                  <c:v>0.001899052</c:v>
                </c:pt>
                <c:pt idx="186">
                  <c:v>0.002513207</c:v>
                </c:pt>
                <c:pt idx="187">
                  <c:v>0.001480448</c:v>
                </c:pt>
                <c:pt idx="188">
                  <c:v>0.001428718</c:v>
                </c:pt>
                <c:pt idx="189">
                  <c:v>0.001861479</c:v>
                </c:pt>
                <c:pt idx="190">
                  <c:v>0.001847309</c:v>
                </c:pt>
                <c:pt idx="191">
                  <c:v>0.001682662</c:v>
                </c:pt>
                <c:pt idx="192">
                  <c:v>0.00152044</c:v>
                </c:pt>
                <c:pt idx="193">
                  <c:v>0.00181076</c:v>
                </c:pt>
                <c:pt idx="194">
                  <c:v>0.001907107</c:v>
                </c:pt>
                <c:pt idx="195">
                  <c:v>0.001435052</c:v>
                </c:pt>
                <c:pt idx="196">
                  <c:v>0.00160668</c:v>
                </c:pt>
                <c:pt idx="197">
                  <c:v>0.001232365</c:v>
                </c:pt>
                <c:pt idx="198">
                  <c:v>0.001137812</c:v>
                </c:pt>
                <c:pt idx="199">
                  <c:v>0.001302005</c:v>
                </c:pt>
                <c:pt idx="200">
                  <c:v>0.001307125</c:v>
                </c:pt>
                <c:pt idx="201">
                  <c:v>0.0009664762</c:v>
                </c:pt>
                <c:pt idx="202">
                  <c:v>0.001250527</c:v>
                </c:pt>
                <c:pt idx="203">
                  <c:v>0.0006397253</c:v>
                </c:pt>
                <c:pt idx="204">
                  <c:v>0.00134079</c:v>
                </c:pt>
                <c:pt idx="205">
                  <c:v>0.0008459927</c:v>
                </c:pt>
                <c:pt idx="206">
                  <c:v>0.0005001096</c:v>
                </c:pt>
                <c:pt idx="207">
                  <c:v>0.0003861441</c:v>
                </c:pt>
                <c:pt idx="208">
                  <c:v>0.0008951697</c:v>
                </c:pt>
                <c:pt idx="209">
                  <c:v>0.000662856</c:v>
                </c:pt>
                <c:pt idx="210">
                  <c:v>0.0001841022</c:v>
                </c:pt>
                <c:pt idx="211">
                  <c:v>0.0007145451</c:v>
                </c:pt>
                <c:pt idx="212">
                  <c:v>0.0005037085</c:v>
                </c:pt>
                <c:pt idx="213">
                  <c:v>0.0004807718</c:v>
                </c:pt>
                <c:pt idx="214">
                  <c:v>0.0006411893</c:v>
                </c:pt>
                <c:pt idx="215">
                  <c:v>0.0006364947</c:v>
                </c:pt>
                <c:pt idx="216">
                  <c:v>0.0004953682</c:v>
                </c:pt>
                <c:pt idx="217">
                  <c:v>0.0008845694</c:v>
                </c:pt>
                <c:pt idx="218">
                  <c:v>0.0007170015</c:v>
                </c:pt>
                <c:pt idx="219">
                  <c:v>0.0005230973</c:v>
                </c:pt>
                <c:pt idx="220">
                  <c:v>0.0001443688</c:v>
                </c:pt>
                <c:pt idx="221">
                  <c:v>0.0004792257</c:v>
                </c:pt>
                <c:pt idx="222">
                  <c:v>0.0007170465</c:v>
                </c:pt>
                <c:pt idx="223">
                  <c:v>0.0003764442</c:v>
                </c:pt>
                <c:pt idx="224">
                  <c:v>0.0003484274</c:v>
                </c:pt>
                <c:pt idx="225">
                  <c:v>0.0004892201</c:v>
                </c:pt>
                <c:pt idx="226">
                  <c:v>0.0001265524</c:v>
                </c:pt>
                <c:pt idx="227">
                  <c:v>0.0004163789</c:v>
                </c:pt>
                <c:pt idx="228">
                  <c:v>4.198175E-06</c:v>
                </c:pt>
                <c:pt idx="229">
                  <c:v>9.923066E-05</c:v>
                </c:pt>
                <c:pt idx="230">
                  <c:v>0.0003504035</c:v>
                </c:pt>
                <c:pt idx="231">
                  <c:v>0.0005698766</c:v>
                </c:pt>
                <c:pt idx="232">
                  <c:v>0.0003862529</c:v>
                </c:pt>
                <c:pt idx="233">
                  <c:v>0.0002169444</c:v>
                </c:pt>
                <c:pt idx="234">
                  <c:v>0.0002229088</c:v>
                </c:pt>
                <c:pt idx="235">
                  <c:v>8.745891E-05</c:v>
                </c:pt>
                <c:pt idx="236">
                  <c:v>0.0001142464</c:v>
                </c:pt>
                <c:pt idx="237">
                  <c:v>0.0002310833</c:v>
                </c:pt>
                <c:pt idx="238">
                  <c:v>0.0003550996</c:v>
                </c:pt>
                <c:pt idx="239">
                  <c:v>0.0005594025</c:v>
                </c:pt>
                <c:pt idx="240">
                  <c:v>0.0002497359</c:v>
                </c:pt>
                <c:pt idx="241">
                  <c:v>0.0006657836</c:v>
                </c:pt>
                <c:pt idx="242">
                  <c:v>0.0009262272</c:v>
                </c:pt>
                <c:pt idx="243">
                  <c:v>0.001312681</c:v>
                </c:pt>
                <c:pt idx="244">
                  <c:v>0.001752211</c:v>
                </c:pt>
                <c:pt idx="245">
                  <c:v>0.002752428</c:v>
                </c:pt>
                <c:pt idx="246">
                  <c:v>0.004264946</c:v>
                </c:pt>
                <c:pt idx="247">
                  <c:v>0.005392044</c:v>
                </c:pt>
                <c:pt idx="248">
                  <c:v>0.005313011</c:v>
                </c:pt>
                <c:pt idx="249">
                  <c:v>0.004434418</c:v>
                </c:pt>
                <c:pt idx="250">
                  <c:v>0.003010937</c:v>
                </c:pt>
                <c:pt idx="251">
                  <c:v>0.002189472</c:v>
                </c:pt>
                <c:pt idx="252">
                  <c:v>0.001486193</c:v>
                </c:pt>
                <c:pt idx="253">
                  <c:v>0.000739293</c:v>
                </c:pt>
                <c:pt idx="254">
                  <c:v>0.001089023</c:v>
                </c:pt>
                <c:pt idx="255">
                  <c:v>0.0005702014</c:v>
                </c:pt>
                <c:pt idx="256">
                  <c:v>0.0006558664</c:v>
                </c:pt>
                <c:pt idx="257">
                  <c:v>0.0004845901</c:v>
                </c:pt>
                <c:pt idx="258">
                  <c:v>0.000425226</c:v>
                </c:pt>
                <c:pt idx="259">
                  <c:v>0.0002841804</c:v>
                </c:pt>
                <c:pt idx="260">
                  <c:v>0.0001870023</c:v>
                </c:pt>
                <c:pt idx="261">
                  <c:v>0.0003060184</c:v>
                </c:pt>
                <c:pt idx="262">
                  <c:v>0.0002227732</c:v>
                </c:pt>
                <c:pt idx="263">
                  <c:v>0.0002385504</c:v>
                </c:pt>
                <c:pt idx="264">
                  <c:v>8.93095E-05</c:v>
                </c:pt>
                <c:pt idx="265">
                  <c:v>0.0002760775</c:v>
                </c:pt>
                <c:pt idx="266">
                  <c:v>0.0006205578</c:v>
                </c:pt>
                <c:pt idx="267">
                  <c:v>0.0001725054</c:v>
                </c:pt>
                <c:pt idx="268">
                  <c:v>0.0007050392</c:v>
                </c:pt>
                <c:pt idx="269">
                  <c:v>0.0001980629</c:v>
                </c:pt>
                <c:pt idx="270">
                  <c:v>0.0001668674</c:v>
                </c:pt>
                <c:pt idx="271">
                  <c:v>0.0002367023</c:v>
                </c:pt>
                <c:pt idx="272">
                  <c:v>0.0004481105</c:v>
                </c:pt>
                <c:pt idx="273">
                  <c:v>0.0006450728</c:v>
                </c:pt>
                <c:pt idx="274">
                  <c:v>7.056695E-05</c:v>
                </c:pt>
                <c:pt idx="275">
                  <c:v>0.0002480586</c:v>
                </c:pt>
                <c:pt idx="276">
                  <c:v>0.0001462295</c:v>
                </c:pt>
                <c:pt idx="277">
                  <c:v>0.0003883363</c:v>
                </c:pt>
                <c:pt idx="278">
                  <c:v>0.0004166633</c:v>
                </c:pt>
                <c:pt idx="279">
                  <c:v>0.0002451082</c:v>
                </c:pt>
                <c:pt idx="280">
                  <c:v>0.000271887</c:v>
                </c:pt>
                <c:pt idx="281">
                  <c:v>0.0001133542</c:v>
                </c:pt>
                <c:pt idx="282">
                  <c:v>0.000303515</c:v>
                </c:pt>
                <c:pt idx="283">
                  <c:v>0.0007303927</c:v>
                </c:pt>
                <c:pt idx="284">
                  <c:v>0.0004134928</c:v>
                </c:pt>
                <c:pt idx="285">
                  <c:v>9.50936E-05</c:v>
                </c:pt>
                <c:pt idx="286">
                  <c:v>0.0005008126</c:v>
                </c:pt>
                <c:pt idx="287">
                  <c:v>1.793907E-05</c:v>
                </c:pt>
                <c:pt idx="288">
                  <c:v>0.0001835657</c:v>
                </c:pt>
                <c:pt idx="289">
                  <c:v>0.0005366569</c:v>
                </c:pt>
                <c:pt idx="290">
                  <c:v>0.0004209068</c:v>
                </c:pt>
                <c:pt idx="291">
                  <c:v>0.0002662228</c:v>
                </c:pt>
                <c:pt idx="292">
                  <c:v>0.0006253434</c:v>
                </c:pt>
                <c:pt idx="293">
                  <c:v>0.0007603395</c:v>
                </c:pt>
                <c:pt idx="294">
                  <c:v>0.0004621536</c:v>
                </c:pt>
                <c:pt idx="295">
                  <c:v>0.001450033</c:v>
                </c:pt>
                <c:pt idx="296">
                  <c:v>0.001221341</c:v>
                </c:pt>
                <c:pt idx="297">
                  <c:v>0.001560843</c:v>
                </c:pt>
                <c:pt idx="298">
                  <c:v>0.002186768</c:v>
                </c:pt>
                <c:pt idx="299">
                  <c:v>0.001377171</c:v>
                </c:pt>
                <c:pt idx="300">
                  <c:v>0.002358335</c:v>
                </c:pt>
                <c:pt idx="301">
                  <c:v>0.003319044</c:v>
                </c:pt>
                <c:pt idx="302">
                  <c:v>0.003115081</c:v>
                </c:pt>
                <c:pt idx="303">
                  <c:v>0.004673858</c:v>
                </c:pt>
                <c:pt idx="304">
                  <c:v>0.004985533</c:v>
                </c:pt>
                <c:pt idx="305">
                  <c:v>0.004160858</c:v>
                </c:pt>
                <c:pt idx="306">
                  <c:v>0.003313054</c:v>
                </c:pt>
                <c:pt idx="307">
                  <c:v>0.002108836</c:v>
                </c:pt>
                <c:pt idx="308">
                  <c:v>0.001874759</c:v>
                </c:pt>
                <c:pt idx="309">
                  <c:v>0.001339462</c:v>
                </c:pt>
                <c:pt idx="310">
                  <c:v>0.001274819</c:v>
                </c:pt>
                <c:pt idx="311">
                  <c:v>0.000868328</c:v>
                </c:pt>
                <c:pt idx="312">
                  <c:v>0.0007098885</c:v>
                </c:pt>
                <c:pt idx="313">
                  <c:v>0.0009545352</c:v>
                </c:pt>
                <c:pt idx="314">
                  <c:v>0.0005457644</c:v>
                </c:pt>
                <c:pt idx="315">
                  <c:v>0.0003009442</c:v>
                </c:pt>
                <c:pt idx="316">
                  <c:v>0.0009683501</c:v>
                </c:pt>
                <c:pt idx="317">
                  <c:v>0.0004245344</c:v>
                </c:pt>
                <c:pt idx="318">
                  <c:v>0.0007917829</c:v>
                </c:pt>
                <c:pt idx="319">
                  <c:v>0.0006845988</c:v>
                </c:pt>
                <c:pt idx="320">
                  <c:v>0.0008682451</c:v>
                </c:pt>
                <c:pt idx="321">
                  <c:v>0.0002688606</c:v>
                </c:pt>
                <c:pt idx="322">
                  <c:v>0.001180573</c:v>
                </c:pt>
                <c:pt idx="323">
                  <c:v>0.0009363431</c:v>
                </c:pt>
                <c:pt idx="324">
                  <c:v>0.001185262</c:v>
                </c:pt>
                <c:pt idx="325">
                  <c:v>0.001176346</c:v>
                </c:pt>
                <c:pt idx="326">
                  <c:v>0.0008179539</c:v>
                </c:pt>
                <c:pt idx="327">
                  <c:v>0.0004302031</c:v>
                </c:pt>
                <c:pt idx="328">
                  <c:v>0.0003349882</c:v>
                </c:pt>
                <c:pt idx="329">
                  <c:v>0.0003647339</c:v>
                </c:pt>
                <c:pt idx="330">
                  <c:v>0.0006863597</c:v>
                </c:pt>
                <c:pt idx="331">
                  <c:v>0.0006480761</c:v>
                </c:pt>
                <c:pt idx="332">
                  <c:v>0.0006096171</c:v>
                </c:pt>
                <c:pt idx="333">
                  <c:v>0.0008128347</c:v>
                </c:pt>
                <c:pt idx="334">
                  <c:v>0.0002530875</c:v>
                </c:pt>
                <c:pt idx="335">
                  <c:v>0.0008512678</c:v>
                </c:pt>
                <c:pt idx="336">
                  <c:v>0.0003249111</c:v>
                </c:pt>
                <c:pt idx="337">
                  <c:v>0.0007826673</c:v>
                </c:pt>
                <c:pt idx="338">
                  <c:v>0.0005694727</c:v>
                </c:pt>
                <c:pt idx="339">
                  <c:v>0.0005621529</c:v>
                </c:pt>
                <c:pt idx="340">
                  <c:v>0.000755982</c:v>
                </c:pt>
                <c:pt idx="341">
                  <c:v>0.000851411</c:v>
                </c:pt>
                <c:pt idx="342">
                  <c:v>0.001029469</c:v>
                </c:pt>
                <c:pt idx="343">
                  <c:v>0.001222567</c:v>
                </c:pt>
                <c:pt idx="344">
                  <c:v>0.001035351</c:v>
                </c:pt>
                <c:pt idx="345">
                  <c:v>0.001169737</c:v>
                </c:pt>
                <c:pt idx="346">
                  <c:v>0.00126602</c:v>
                </c:pt>
                <c:pt idx="347">
                  <c:v>0.001344382</c:v>
                </c:pt>
                <c:pt idx="348">
                  <c:v>0.004338991</c:v>
                </c:pt>
                <c:pt idx="349">
                  <c:v>0.004622926</c:v>
                </c:pt>
                <c:pt idx="350">
                  <c:v>0.002208914</c:v>
                </c:pt>
                <c:pt idx="351">
                  <c:v>0.0009306569</c:v>
                </c:pt>
                <c:pt idx="352">
                  <c:v>0.0004962226</c:v>
                </c:pt>
                <c:pt idx="353">
                  <c:v>0.001314264</c:v>
                </c:pt>
                <c:pt idx="354">
                  <c:v>0.0006687535</c:v>
                </c:pt>
                <c:pt idx="355">
                  <c:v>0.0007355822</c:v>
                </c:pt>
                <c:pt idx="356">
                  <c:v>0.001302101</c:v>
                </c:pt>
                <c:pt idx="357">
                  <c:v>0.001438869</c:v>
                </c:pt>
                <c:pt idx="358">
                  <c:v>0.001171594</c:v>
                </c:pt>
                <c:pt idx="359">
                  <c:v>0.0007233646</c:v>
                </c:pt>
                <c:pt idx="360">
                  <c:v>0.001244593</c:v>
                </c:pt>
                <c:pt idx="361">
                  <c:v>0.001079431</c:v>
                </c:pt>
                <c:pt idx="362">
                  <c:v>0.0009098517</c:v>
                </c:pt>
                <c:pt idx="363">
                  <c:v>0.0008197093</c:v>
                </c:pt>
                <c:pt idx="364">
                  <c:v>0.0006152463</c:v>
                </c:pt>
                <c:pt idx="365">
                  <c:v>0.0007975814</c:v>
                </c:pt>
                <c:pt idx="366">
                  <c:v>0.0009551535</c:v>
                </c:pt>
                <c:pt idx="367">
                  <c:v>0.0008297653</c:v>
                </c:pt>
                <c:pt idx="368">
                  <c:v>0.0003440272</c:v>
                </c:pt>
                <c:pt idx="369">
                  <c:v>0.0005152306</c:v>
                </c:pt>
                <c:pt idx="370">
                  <c:v>0.0009300411</c:v>
                </c:pt>
                <c:pt idx="371">
                  <c:v>0.0003645985</c:v>
                </c:pt>
                <c:pt idx="372">
                  <c:v>0.0006068583</c:v>
                </c:pt>
                <c:pt idx="373">
                  <c:v>0.0002168372</c:v>
                </c:pt>
                <c:pt idx="374">
                  <c:v>0.0001672494</c:v>
                </c:pt>
                <c:pt idx="375">
                  <c:v>0.0004183726</c:v>
                </c:pt>
                <c:pt idx="376">
                  <c:v>0.0002491491</c:v>
                </c:pt>
                <c:pt idx="377">
                  <c:v>0.0004550597</c:v>
                </c:pt>
                <c:pt idx="378">
                  <c:v>6.270092E-05</c:v>
                </c:pt>
                <c:pt idx="379">
                  <c:v>0.0002167926</c:v>
                </c:pt>
                <c:pt idx="380">
                  <c:v>0.000194925</c:v>
                </c:pt>
                <c:pt idx="381">
                  <c:v>0.0005313027</c:v>
                </c:pt>
                <c:pt idx="382">
                  <c:v>0.0005552233</c:v>
                </c:pt>
                <c:pt idx="383">
                  <c:v>0.0006265019</c:v>
                </c:pt>
                <c:pt idx="384">
                  <c:v>0.000498551</c:v>
                </c:pt>
                <c:pt idx="385">
                  <c:v>0.0003114795</c:v>
                </c:pt>
                <c:pt idx="386">
                  <c:v>0.0001529396</c:v>
                </c:pt>
                <c:pt idx="387">
                  <c:v>0.0002889659</c:v>
                </c:pt>
                <c:pt idx="388">
                  <c:v>0.0002242127</c:v>
                </c:pt>
                <c:pt idx="389">
                  <c:v>0.0004062652</c:v>
                </c:pt>
                <c:pt idx="390">
                  <c:v>0.0003235166</c:v>
                </c:pt>
                <c:pt idx="391">
                  <c:v>7.719402E-05</c:v>
                </c:pt>
                <c:pt idx="392">
                  <c:v>0.0007024684</c:v>
                </c:pt>
                <c:pt idx="393">
                  <c:v>6.562935E-05</c:v>
                </c:pt>
                <c:pt idx="394">
                  <c:v>0.0007315472</c:v>
                </c:pt>
                <c:pt idx="395">
                  <c:v>0.0001659338</c:v>
                </c:pt>
                <c:pt idx="396">
                  <c:v>0.0003668218</c:v>
                </c:pt>
                <c:pt idx="397">
                  <c:v>0.0002999132</c:v>
                </c:pt>
                <c:pt idx="398">
                  <c:v>3.017957E-05</c:v>
                </c:pt>
                <c:pt idx="399">
                  <c:v>0.0001042378</c:v>
                </c:pt>
                <c:pt idx="400">
                  <c:v>0.001012092</c:v>
                </c:pt>
                <c:pt idx="401">
                  <c:v>0.0006201181</c:v>
                </c:pt>
                <c:pt idx="402">
                  <c:v>0.0008654537</c:v>
                </c:pt>
                <c:pt idx="403">
                  <c:v>0.0006698457</c:v>
                </c:pt>
                <c:pt idx="404">
                  <c:v>0.0002233778</c:v>
                </c:pt>
                <c:pt idx="405">
                  <c:v>0.0002153583</c:v>
                </c:pt>
                <c:pt idx="406">
                  <c:v>0.0002592815</c:v>
                </c:pt>
                <c:pt idx="407">
                  <c:v>0.0007885907</c:v>
                </c:pt>
                <c:pt idx="408">
                  <c:v>0.0005816031</c:v>
                </c:pt>
                <c:pt idx="409">
                  <c:v>0.0005308267</c:v>
                </c:pt>
                <c:pt idx="410">
                  <c:v>0.0001895436</c:v>
                </c:pt>
                <c:pt idx="411">
                  <c:v>0.00038203</c:v>
                </c:pt>
                <c:pt idx="412">
                  <c:v>0.0006646158</c:v>
                </c:pt>
                <c:pt idx="413">
                  <c:v>0.0006986446</c:v>
                </c:pt>
                <c:pt idx="414">
                  <c:v>0.0007686878</c:v>
                </c:pt>
                <c:pt idx="415">
                  <c:v>0.000743363</c:v>
                </c:pt>
                <c:pt idx="416">
                  <c:v>0.0005653024</c:v>
                </c:pt>
                <c:pt idx="417">
                  <c:v>0.0004636966</c:v>
                </c:pt>
                <c:pt idx="418">
                  <c:v>0.0006466945</c:v>
                </c:pt>
                <c:pt idx="419">
                  <c:v>0.0005771453</c:v>
                </c:pt>
                <c:pt idx="420">
                  <c:v>0.0007245482</c:v>
                </c:pt>
                <c:pt idx="421">
                  <c:v>0.0008786776</c:v>
                </c:pt>
                <c:pt idx="422">
                  <c:v>0.0008213078</c:v>
                </c:pt>
                <c:pt idx="423">
                  <c:v>0.001099354</c:v>
                </c:pt>
                <c:pt idx="424">
                  <c:v>0.0005725597</c:v>
                </c:pt>
                <c:pt idx="425">
                  <c:v>0.0007124589</c:v>
                </c:pt>
                <c:pt idx="426">
                  <c:v>0.0003461023</c:v>
                </c:pt>
                <c:pt idx="427">
                  <c:v>0.0008403696</c:v>
                </c:pt>
                <c:pt idx="428">
                  <c:v>0.001239093</c:v>
                </c:pt>
                <c:pt idx="429">
                  <c:v>0.001020796</c:v>
                </c:pt>
                <c:pt idx="430">
                  <c:v>0.0009048865</c:v>
                </c:pt>
                <c:pt idx="431">
                  <c:v>0.001258598</c:v>
                </c:pt>
                <c:pt idx="432">
                  <c:v>0.001994799</c:v>
                </c:pt>
                <c:pt idx="433">
                  <c:v>0.002178401</c:v>
                </c:pt>
                <c:pt idx="434">
                  <c:v>0.00187331</c:v>
                </c:pt>
                <c:pt idx="435">
                  <c:v>0.001303432</c:v>
                </c:pt>
                <c:pt idx="436">
                  <c:v>0.001756371</c:v>
                </c:pt>
                <c:pt idx="437">
                  <c:v>0.001462398</c:v>
                </c:pt>
                <c:pt idx="438">
                  <c:v>0.001394089</c:v>
                </c:pt>
                <c:pt idx="439">
                  <c:v>0.001510325</c:v>
                </c:pt>
                <c:pt idx="440">
                  <c:v>0.001752631</c:v>
                </c:pt>
                <c:pt idx="441">
                  <c:v>0.002433806</c:v>
                </c:pt>
                <c:pt idx="442">
                  <c:v>0.00242583</c:v>
                </c:pt>
                <c:pt idx="443">
                  <c:v>0.001459929</c:v>
                </c:pt>
                <c:pt idx="444">
                  <c:v>0.001067725</c:v>
                </c:pt>
                <c:pt idx="445">
                  <c:v>0.001215298</c:v>
                </c:pt>
                <c:pt idx="446">
                  <c:v>0.0005594349</c:v>
                </c:pt>
                <c:pt idx="447">
                  <c:v>0.0009000068</c:v>
                </c:pt>
                <c:pt idx="448">
                  <c:v>0.0008390078</c:v>
                </c:pt>
                <c:pt idx="449">
                  <c:v>0.0003832371</c:v>
                </c:pt>
                <c:pt idx="450">
                  <c:v>0.0005556214</c:v>
                </c:pt>
                <c:pt idx="451">
                  <c:v>0.0006265465</c:v>
                </c:pt>
                <c:pt idx="452">
                  <c:v>0.0006993222</c:v>
                </c:pt>
                <c:pt idx="453">
                  <c:v>0.0002025838</c:v>
                </c:pt>
                <c:pt idx="454">
                  <c:v>0.0005853959</c:v>
                </c:pt>
                <c:pt idx="455">
                  <c:v>0.0008773401</c:v>
                </c:pt>
                <c:pt idx="456">
                  <c:v>0.001009504</c:v>
                </c:pt>
                <c:pt idx="457">
                  <c:v>0.0005083774</c:v>
                </c:pt>
                <c:pt idx="458">
                  <c:v>0.0004887275</c:v>
                </c:pt>
                <c:pt idx="459">
                  <c:v>0.0001912993</c:v>
                </c:pt>
                <c:pt idx="460">
                  <c:v>0.0006867242</c:v>
                </c:pt>
                <c:pt idx="461">
                  <c:v>0.001562508</c:v>
                </c:pt>
                <c:pt idx="462">
                  <c:v>0.003085989</c:v>
                </c:pt>
                <c:pt idx="463">
                  <c:v>0.001720549</c:v>
                </c:pt>
                <c:pt idx="464">
                  <c:v>9.9218E-05</c:v>
                </c:pt>
                <c:pt idx="465">
                  <c:v>0.000246369</c:v>
                </c:pt>
                <c:pt idx="466">
                  <c:v>0.0009575868</c:v>
                </c:pt>
                <c:pt idx="467">
                  <c:v>0.0004808486</c:v>
                </c:pt>
                <c:pt idx="468">
                  <c:v>0.0004081608</c:v>
                </c:pt>
                <c:pt idx="469">
                  <c:v>0.001015661</c:v>
                </c:pt>
                <c:pt idx="470">
                  <c:v>0.0007273207</c:v>
                </c:pt>
                <c:pt idx="471">
                  <c:v>0.0004900318</c:v>
                </c:pt>
                <c:pt idx="472">
                  <c:v>0.001277805</c:v>
                </c:pt>
                <c:pt idx="473">
                  <c:v>0.00149608</c:v>
                </c:pt>
                <c:pt idx="474">
                  <c:v>0.002138143</c:v>
                </c:pt>
                <c:pt idx="475">
                  <c:v>0.001823045</c:v>
                </c:pt>
                <c:pt idx="476">
                  <c:v>0.002606668</c:v>
                </c:pt>
                <c:pt idx="477">
                  <c:v>0.003751925</c:v>
                </c:pt>
                <c:pt idx="478">
                  <c:v>0.005425054</c:v>
                </c:pt>
                <c:pt idx="479">
                  <c:v>0.008493782</c:v>
                </c:pt>
                <c:pt idx="480">
                  <c:v>0.01261661</c:v>
                </c:pt>
                <c:pt idx="481">
                  <c:v>0.01439134</c:v>
                </c:pt>
                <c:pt idx="482">
                  <c:v>0.01224434</c:v>
                </c:pt>
                <c:pt idx="483">
                  <c:v>0.008631487</c:v>
                </c:pt>
                <c:pt idx="484">
                  <c:v>0.004454199</c:v>
                </c:pt>
                <c:pt idx="485">
                  <c:v>0.003078079</c:v>
                </c:pt>
                <c:pt idx="486">
                  <c:v>0.002920014</c:v>
                </c:pt>
                <c:pt idx="487">
                  <c:v>0.001364507</c:v>
                </c:pt>
                <c:pt idx="488">
                  <c:v>0.001322316</c:v>
                </c:pt>
                <c:pt idx="489">
                  <c:v>0.001740167</c:v>
                </c:pt>
                <c:pt idx="490">
                  <c:v>0.0006669917</c:v>
                </c:pt>
                <c:pt idx="491">
                  <c:v>0.0007393116</c:v>
                </c:pt>
                <c:pt idx="492">
                  <c:v>0.0009023096</c:v>
                </c:pt>
                <c:pt idx="493">
                  <c:v>0.0007041912</c:v>
                </c:pt>
                <c:pt idx="494">
                  <c:v>0.0007280963</c:v>
                </c:pt>
                <c:pt idx="495">
                  <c:v>0.0008993037</c:v>
                </c:pt>
                <c:pt idx="496">
                  <c:v>0.0005811021</c:v>
                </c:pt>
                <c:pt idx="497">
                  <c:v>0.0005514751</c:v>
                </c:pt>
                <c:pt idx="498">
                  <c:v>0.0005378422</c:v>
                </c:pt>
                <c:pt idx="499">
                  <c:v>0.0008179296</c:v>
                </c:pt>
                <c:pt idx="500">
                  <c:v>0.0007469086</c:v>
                </c:pt>
              </c:numCache>
            </c:numRef>
          </c:yVal>
        </c:ser>
        <c:ser>
          <c:idx val="1"/>
          <c:order val="1"/>
          <c:tx>
            <c:v>Calcite R040070</c:v>
          </c:tx>
          <c:spPr>
            <a:ln xmlns:a="http://schemas.openxmlformats.org/drawingml/2006/main" w="19050">
              <a:solidFill>
                <a:srgbClr val="BF7833"/>
              </a:solidFill>
              <a:prstDash val="solid"/>
            </a:ln>
          </c:spPr>
          <c:marker>
            <c:symbol val="none"/>
          </c:marker>
          <c:xVal>
            <c:numRef>
              <c:f>'Chart Data'!$C$2:$C$502</c:f>
              <c:numCache>
                <c:formatCode>General</c:formatCode>
                <c:ptCount val="501"/>
                <c:pt idx="0">
                  <c:v>200</c:v>
                </c:pt>
                <c:pt idx="1">
                  <c:v>202</c:v>
                </c:pt>
                <c:pt idx="2">
                  <c:v>204</c:v>
                </c:pt>
                <c:pt idx="3">
                  <c:v>206</c:v>
                </c:pt>
                <c:pt idx="4">
                  <c:v>208</c:v>
                </c:pt>
                <c:pt idx="5">
                  <c:v>210</c:v>
                </c:pt>
                <c:pt idx="6">
                  <c:v>212</c:v>
                </c:pt>
                <c:pt idx="7">
                  <c:v>214</c:v>
                </c:pt>
                <c:pt idx="8">
                  <c:v>216</c:v>
                </c:pt>
                <c:pt idx="9">
                  <c:v>218</c:v>
                </c:pt>
                <c:pt idx="10">
                  <c:v>220</c:v>
                </c:pt>
                <c:pt idx="11">
                  <c:v>222</c:v>
                </c:pt>
                <c:pt idx="12">
                  <c:v>224</c:v>
                </c:pt>
                <c:pt idx="13">
                  <c:v>226</c:v>
                </c:pt>
                <c:pt idx="14">
                  <c:v>228</c:v>
                </c:pt>
                <c:pt idx="15">
                  <c:v>230</c:v>
                </c:pt>
                <c:pt idx="16">
                  <c:v>232</c:v>
                </c:pt>
                <c:pt idx="17">
                  <c:v>234</c:v>
                </c:pt>
                <c:pt idx="18">
                  <c:v>236</c:v>
                </c:pt>
                <c:pt idx="19">
                  <c:v>238</c:v>
                </c:pt>
                <c:pt idx="20">
                  <c:v>240</c:v>
                </c:pt>
                <c:pt idx="21">
                  <c:v>242</c:v>
                </c:pt>
                <c:pt idx="22">
                  <c:v>244</c:v>
                </c:pt>
                <c:pt idx="23">
                  <c:v>246</c:v>
                </c:pt>
                <c:pt idx="24">
                  <c:v>248</c:v>
                </c:pt>
                <c:pt idx="25">
                  <c:v>250</c:v>
                </c:pt>
                <c:pt idx="26">
                  <c:v>252</c:v>
                </c:pt>
                <c:pt idx="27">
                  <c:v>254</c:v>
                </c:pt>
                <c:pt idx="28">
                  <c:v>256</c:v>
                </c:pt>
                <c:pt idx="29">
                  <c:v>258</c:v>
                </c:pt>
                <c:pt idx="30">
                  <c:v>260</c:v>
                </c:pt>
                <c:pt idx="31">
                  <c:v>262</c:v>
                </c:pt>
                <c:pt idx="32">
                  <c:v>264</c:v>
                </c:pt>
                <c:pt idx="33">
                  <c:v>266</c:v>
                </c:pt>
                <c:pt idx="34">
                  <c:v>268</c:v>
                </c:pt>
                <c:pt idx="35">
                  <c:v>270</c:v>
                </c:pt>
                <c:pt idx="36">
                  <c:v>272</c:v>
                </c:pt>
                <c:pt idx="37">
                  <c:v>274</c:v>
                </c:pt>
                <c:pt idx="38">
                  <c:v>276</c:v>
                </c:pt>
                <c:pt idx="39">
                  <c:v>278</c:v>
                </c:pt>
                <c:pt idx="40">
                  <c:v>280</c:v>
                </c:pt>
                <c:pt idx="41">
                  <c:v>282</c:v>
                </c:pt>
                <c:pt idx="42">
                  <c:v>284</c:v>
                </c:pt>
                <c:pt idx="43">
                  <c:v>286</c:v>
                </c:pt>
                <c:pt idx="44">
                  <c:v>288</c:v>
                </c:pt>
                <c:pt idx="45">
                  <c:v>290</c:v>
                </c:pt>
                <c:pt idx="46">
                  <c:v>292</c:v>
                </c:pt>
                <c:pt idx="47">
                  <c:v>294</c:v>
                </c:pt>
                <c:pt idx="48">
                  <c:v>296</c:v>
                </c:pt>
                <c:pt idx="49">
                  <c:v>298</c:v>
                </c:pt>
                <c:pt idx="50">
                  <c:v>300</c:v>
                </c:pt>
                <c:pt idx="51">
                  <c:v>302</c:v>
                </c:pt>
                <c:pt idx="52">
                  <c:v>304</c:v>
                </c:pt>
                <c:pt idx="53">
                  <c:v>306</c:v>
                </c:pt>
                <c:pt idx="54">
                  <c:v>308</c:v>
                </c:pt>
                <c:pt idx="55">
                  <c:v>310</c:v>
                </c:pt>
                <c:pt idx="56">
                  <c:v>312</c:v>
                </c:pt>
                <c:pt idx="57">
                  <c:v>314</c:v>
                </c:pt>
                <c:pt idx="58">
                  <c:v>316</c:v>
                </c:pt>
                <c:pt idx="59">
                  <c:v>318</c:v>
                </c:pt>
                <c:pt idx="60">
                  <c:v>320</c:v>
                </c:pt>
                <c:pt idx="61">
                  <c:v>322</c:v>
                </c:pt>
                <c:pt idx="62">
                  <c:v>324</c:v>
                </c:pt>
                <c:pt idx="63">
                  <c:v>326</c:v>
                </c:pt>
                <c:pt idx="64">
                  <c:v>328</c:v>
                </c:pt>
                <c:pt idx="65">
                  <c:v>330</c:v>
                </c:pt>
                <c:pt idx="66">
                  <c:v>332</c:v>
                </c:pt>
                <c:pt idx="67">
                  <c:v>334</c:v>
                </c:pt>
                <c:pt idx="68">
                  <c:v>336</c:v>
                </c:pt>
                <c:pt idx="69">
                  <c:v>338</c:v>
                </c:pt>
                <c:pt idx="70">
                  <c:v>340</c:v>
                </c:pt>
                <c:pt idx="71">
                  <c:v>342</c:v>
                </c:pt>
                <c:pt idx="72">
                  <c:v>344</c:v>
                </c:pt>
                <c:pt idx="73">
                  <c:v>346</c:v>
                </c:pt>
                <c:pt idx="74">
                  <c:v>348</c:v>
                </c:pt>
                <c:pt idx="75">
                  <c:v>350</c:v>
                </c:pt>
                <c:pt idx="76">
                  <c:v>352</c:v>
                </c:pt>
                <c:pt idx="77">
                  <c:v>354</c:v>
                </c:pt>
                <c:pt idx="78">
                  <c:v>356</c:v>
                </c:pt>
                <c:pt idx="79">
                  <c:v>358</c:v>
                </c:pt>
                <c:pt idx="80">
                  <c:v>360</c:v>
                </c:pt>
                <c:pt idx="81">
                  <c:v>362</c:v>
                </c:pt>
                <c:pt idx="82">
                  <c:v>364</c:v>
                </c:pt>
                <c:pt idx="83">
                  <c:v>366</c:v>
                </c:pt>
                <c:pt idx="84">
                  <c:v>368</c:v>
                </c:pt>
                <c:pt idx="85">
                  <c:v>370</c:v>
                </c:pt>
                <c:pt idx="86">
                  <c:v>372</c:v>
                </c:pt>
                <c:pt idx="87">
                  <c:v>374</c:v>
                </c:pt>
                <c:pt idx="88">
                  <c:v>376</c:v>
                </c:pt>
                <c:pt idx="89">
                  <c:v>378</c:v>
                </c:pt>
                <c:pt idx="90">
                  <c:v>380</c:v>
                </c:pt>
                <c:pt idx="91">
                  <c:v>382</c:v>
                </c:pt>
                <c:pt idx="92">
                  <c:v>384</c:v>
                </c:pt>
                <c:pt idx="93">
                  <c:v>386</c:v>
                </c:pt>
                <c:pt idx="94">
                  <c:v>388</c:v>
                </c:pt>
                <c:pt idx="95">
                  <c:v>390</c:v>
                </c:pt>
                <c:pt idx="96">
                  <c:v>392</c:v>
                </c:pt>
                <c:pt idx="97">
                  <c:v>394</c:v>
                </c:pt>
                <c:pt idx="98">
                  <c:v>396</c:v>
                </c:pt>
                <c:pt idx="99">
                  <c:v>398</c:v>
                </c:pt>
                <c:pt idx="100">
                  <c:v>400</c:v>
                </c:pt>
                <c:pt idx="101">
                  <c:v>402</c:v>
                </c:pt>
                <c:pt idx="102">
                  <c:v>404</c:v>
                </c:pt>
                <c:pt idx="103">
                  <c:v>406</c:v>
                </c:pt>
                <c:pt idx="104">
                  <c:v>408</c:v>
                </c:pt>
                <c:pt idx="105">
                  <c:v>410</c:v>
                </c:pt>
                <c:pt idx="106">
                  <c:v>412</c:v>
                </c:pt>
                <c:pt idx="107">
                  <c:v>414</c:v>
                </c:pt>
                <c:pt idx="108">
                  <c:v>416</c:v>
                </c:pt>
                <c:pt idx="109">
                  <c:v>418</c:v>
                </c:pt>
                <c:pt idx="110">
                  <c:v>420</c:v>
                </c:pt>
                <c:pt idx="111">
                  <c:v>422</c:v>
                </c:pt>
                <c:pt idx="112">
                  <c:v>424</c:v>
                </c:pt>
                <c:pt idx="113">
                  <c:v>426</c:v>
                </c:pt>
                <c:pt idx="114">
                  <c:v>428</c:v>
                </c:pt>
                <c:pt idx="115">
                  <c:v>430</c:v>
                </c:pt>
                <c:pt idx="116">
                  <c:v>432</c:v>
                </c:pt>
                <c:pt idx="117">
                  <c:v>434</c:v>
                </c:pt>
                <c:pt idx="118">
                  <c:v>436</c:v>
                </c:pt>
                <c:pt idx="119">
                  <c:v>438</c:v>
                </c:pt>
                <c:pt idx="120">
                  <c:v>440</c:v>
                </c:pt>
                <c:pt idx="121">
                  <c:v>442</c:v>
                </c:pt>
                <c:pt idx="122">
                  <c:v>444</c:v>
                </c:pt>
                <c:pt idx="123">
                  <c:v>446</c:v>
                </c:pt>
                <c:pt idx="124">
                  <c:v>448</c:v>
                </c:pt>
                <c:pt idx="125">
                  <c:v>450</c:v>
                </c:pt>
                <c:pt idx="126">
                  <c:v>452</c:v>
                </c:pt>
                <c:pt idx="127">
                  <c:v>454</c:v>
                </c:pt>
                <c:pt idx="128">
                  <c:v>456</c:v>
                </c:pt>
                <c:pt idx="129">
                  <c:v>458</c:v>
                </c:pt>
                <c:pt idx="130">
                  <c:v>460</c:v>
                </c:pt>
                <c:pt idx="131">
                  <c:v>462</c:v>
                </c:pt>
                <c:pt idx="132">
                  <c:v>464</c:v>
                </c:pt>
                <c:pt idx="133">
                  <c:v>466</c:v>
                </c:pt>
                <c:pt idx="134">
                  <c:v>468</c:v>
                </c:pt>
                <c:pt idx="135">
                  <c:v>470</c:v>
                </c:pt>
                <c:pt idx="136">
                  <c:v>472</c:v>
                </c:pt>
                <c:pt idx="137">
                  <c:v>474</c:v>
                </c:pt>
                <c:pt idx="138">
                  <c:v>476</c:v>
                </c:pt>
                <c:pt idx="139">
                  <c:v>478</c:v>
                </c:pt>
                <c:pt idx="140">
                  <c:v>480</c:v>
                </c:pt>
                <c:pt idx="141">
                  <c:v>482</c:v>
                </c:pt>
                <c:pt idx="142">
                  <c:v>484</c:v>
                </c:pt>
                <c:pt idx="143">
                  <c:v>486</c:v>
                </c:pt>
                <c:pt idx="144">
                  <c:v>488</c:v>
                </c:pt>
                <c:pt idx="145">
                  <c:v>490</c:v>
                </c:pt>
                <c:pt idx="146">
                  <c:v>492</c:v>
                </c:pt>
                <c:pt idx="147">
                  <c:v>494</c:v>
                </c:pt>
                <c:pt idx="148">
                  <c:v>496</c:v>
                </c:pt>
                <c:pt idx="149">
                  <c:v>498</c:v>
                </c:pt>
                <c:pt idx="150">
                  <c:v>500</c:v>
                </c:pt>
                <c:pt idx="151">
                  <c:v>502</c:v>
                </c:pt>
                <c:pt idx="152">
                  <c:v>504</c:v>
                </c:pt>
                <c:pt idx="153">
                  <c:v>506</c:v>
                </c:pt>
                <c:pt idx="154">
                  <c:v>508</c:v>
                </c:pt>
                <c:pt idx="155">
                  <c:v>510</c:v>
                </c:pt>
                <c:pt idx="156">
                  <c:v>512</c:v>
                </c:pt>
                <c:pt idx="157">
                  <c:v>514</c:v>
                </c:pt>
                <c:pt idx="158">
                  <c:v>516</c:v>
                </c:pt>
                <c:pt idx="159">
                  <c:v>518</c:v>
                </c:pt>
                <c:pt idx="160">
                  <c:v>520</c:v>
                </c:pt>
                <c:pt idx="161">
                  <c:v>522</c:v>
                </c:pt>
                <c:pt idx="162">
                  <c:v>524</c:v>
                </c:pt>
                <c:pt idx="163">
                  <c:v>526</c:v>
                </c:pt>
                <c:pt idx="164">
                  <c:v>528</c:v>
                </c:pt>
                <c:pt idx="165">
                  <c:v>530</c:v>
                </c:pt>
                <c:pt idx="166">
                  <c:v>532</c:v>
                </c:pt>
                <c:pt idx="167">
                  <c:v>534</c:v>
                </c:pt>
                <c:pt idx="168">
                  <c:v>536</c:v>
                </c:pt>
                <c:pt idx="169">
                  <c:v>538</c:v>
                </c:pt>
                <c:pt idx="170">
                  <c:v>540</c:v>
                </c:pt>
                <c:pt idx="171">
                  <c:v>542</c:v>
                </c:pt>
                <c:pt idx="172">
                  <c:v>544</c:v>
                </c:pt>
                <c:pt idx="173">
                  <c:v>546</c:v>
                </c:pt>
                <c:pt idx="174">
                  <c:v>548</c:v>
                </c:pt>
                <c:pt idx="175">
                  <c:v>550</c:v>
                </c:pt>
                <c:pt idx="176">
                  <c:v>552</c:v>
                </c:pt>
                <c:pt idx="177">
                  <c:v>554</c:v>
                </c:pt>
                <c:pt idx="178">
                  <c:v>556</c:v>
                </c:pt>
                <c:pt idx="179">
                  <c:v>558</c:v>
                </c:pt>
                <c:pt idx="180">
                  <c:v>560</c:v>
                </c:pt>
                <c:pt idx="181">
                  <c:v>562</c:v>
                </c:pt>
                <c:pt idx="182">
                  <c:v>564</c:v>
                </c:pt>
                <c:pt idx="183">
                  <c:v>566</c:v>
                </c:pt>
                <c:pt idx="184">
                  <c:v>568</c:v>
                </c:pt>
                <c:pt idx="185">
                  <c:v>570</c:v>
                </c:pt>
                <c:pt idx="186">
                  <c:v>572</c:v>
                </c:pt>
                <c:pt idx="187">
                  <c:v>574</c:v>
                </c:pt>
                <c:pt idx="188">
                  <c:v>576</c:v>
                </c:pt>
                <c:pt idx="189">
                  <c:v>578</c:v>
                </c:pt>
                <c:pt idx="190">
                  <c:v>580</c:v>
                </c:pt>
                <c:pt idx="191">
                  <c:v>582</c:v>
                </c:pt>
                <c:pt idx="192">
                  <c:v>584</c:v>
                </c:pt>
                <c:pt idx="193">
                  <c:v>586</c:v>
                </c:pt>
                <c:pt idx="194">
                  <c:v>588</c:v>
                </c:pt>
                <c:pt idx="195">
                  <c:v>590</c:v>
                </c:pt>
                <c:pt idx="196">
                  <c:v>592</c:v>
                </c:pt>
                <c:pt idx="197">
                  <c:v>594</c:v>
                </c:pt>
                <c:pt idx="198">
                  <c:v>596</c:v>
                </c:pt>
                <c:pt idx="199">
                  <c:v>598</c:v>
                </c:pt>
                <c:pt idx="200">
                  <c:v>600</c:v>
                </c:pt>
                <c:pt idx="201">
                  <c:v>602</c:v>
                </c:pt>
                <c:pt idx="202">
                  <c:v>604</c:v>
                </c:pt>
                <c:pt idx="203">
                  <c:v>606</c:v>
                </c:pt>
                <c:pt idx="204">
                  <c:v>608</c:v>
                </c:pt>
                <c:pt idx="205">
                  <c:v>610</c:v>
                </c:pt>
                <c:pt idx="206">
                  <c:v>612</c:v>
                </c:pt>
                <c:pt idx="207">
                  <c:v>614</c:v>
                </c:pt>
                <c:pt idx="208">
                  <c:v>616</c:v>
                </c:pt>
                <c:pt idx="209">
                  <c:v>618</c:v>
                </c:pt>
                <c:pt idx="210">
                  <c:v>620</c:v>
                </c:pt>
                <c:pt idx="211">
                  <c:v>622</c:v>
                </c:pt>
                <c:pt idx="212">
                  <c:v>624</c:v>
                </c:pt>
                <c:pt idx="213">
                  <c:v>626</c:v>
                </c:pt>
                <c:pt idx="214">
                  <c:v>628</c:v>
                </c:pt>
                <c:pt idx="215">
                  <c:v>630</c:v>
                </c:pt>
                <c:pt idx="216">
                  <c:v>632</c:v>
                </c:pt>
                <c:pt idx="217">
                  <c:v>634</c:v>
                </c:pt>
                <c:pt idx="218">
                  <c:v>636</c:v>
                </c:pt>
                <c:pt idx="219">
                  <c:v>638</c:v>
                </c:pt>
                <c:pt idx="220">
                  <c:v>640</c:v>
                </c:pt>
                <c:pt idx="221">
                  <c:v>642</c:v>
                </c:pt>
                <c:pt idx="222">
                  <c:v>644</c:v>
                </c:pt>
                <c:pt idx="223">
                  <c:v>646</c:v>
                </c:pt>
                <c:pt idx="224">
                  <c:v>648</c:v>
                </c:pt>
                <c:pt idx="225">
                  <c:v>650</c:v>
                </c:pt>
                <c:pt idx="226">
                  <c:v>652</c:v>
                </c:pt>
                <c:pt idx="227">
                  <c:v>654</c:v>
                </c:pt>
                <c:pt idx="228">
                  <c:v>656</c:v>
                </c:pt>
                <c:pt idx="229">
                  <c:v>658</c:v>
                </c:pt>
                <c:pt idx="230">
                  <c:v>660</c:v>
                </c:pt>
                <c:pt idx="231">
                  <c:v>662</c:v>
                </c:pt>
                <c:pt idx="232">
                  <c:v>664</c:v>
                </c:pt>
                <c:pt idx="233">
                  <c:v>666</c:v>
                </c:pt>
                <c:pt idx="234">
                  <c:v>668</c:v>
                </c:pt>
                <c:pt idx="235">
                  <c:v>670</c:v>
                </c:pt>
                <c:pt idx="236">
                  <c:v>672</c:v>
                </c:pt>
                <c:pt idx="237">
                  <c:v>674</c:v>
                </c:pt>
                <c:pt idx="238">
                  <c:v>676</c:v>
                </c:pt>
                <c:pt idx="239">
                  <c:v>678</c:v>
                </c:pt>
                <c:pt idx="240">
                  <c:v>680</c:v>
                </c:pt>
                <c:pt idx="241">
                  <c:v>682</c:v>
                </c:pt>
                <c:pt idx="242">
                  <c:v>684</c:v>
                </c:pt>
                <c:pt idx="243">
                  <c:v>686</c:v>
                </c:pt>
                <c:pt idx="244">
                  <c:v>688</c:v>
                </c:pt>
                <c:pt idx="245">
                  <c:v>690</c:v>
                </c:pt>
                <c:pt idx="246">
                  <c:v>692</c:v>
                </c:pt>
                <c:pt idx="247">
                  <c:v>694</c:v>
                </c:pt>
                <c:pt idx="248">
                  <c:v>696</c:v>
                </c:pt>
                <c:pt idx="249">
                  <c:v>698</c:v>
                </c:pt>
                <c:pt idx="250">
                  <c:v>700</c:v>
                </c:pt>
                <c:pt idx="251">
                  <c:v>702</c:v>
                </c:pt>
                <c:pt idx="252">
                  <c:v>704</c:v>
                </c:pt>
                <c:pt idx="253">
                  <c:v>706</c:v>
                </c:pt>
                <c:pt idx="254">
                  <c:v>708</c:v>
                </c:pt>
                <c:pt idx="255">
                  <c:v>710</c:v>
                </c:pt>
                <c:pt idx="256">
                  <c:v>712</c:v>
                </c:pt>
                <c:pt idx="257">
                  <c:v>714</c:v>
                </c:pt>
                <c:pt idx="258">
                  <c:v>716</c:v>
                </c:pt>
                <c:pt idx="259">
                  <c:v>718</c:v>
                </c:pt>
                <c:pt idx="260">
                  <c:v>720</c:v>
                </c:pt>
                <c:pt idx="261">
                  <c:v>722</c:v>
                </c:pt>
                <c:pt idx="262">
                  <c:v>724</c:v>
                </c:pt>
                <c:pt idx="263">
                  <c:v>726</c:v>
                </c:pt>
                <c:pt idx="264">
                  <c:v>728</c:v>
                </c:pt>
                <c:pt idx="265">
                  <c:v>730</c:v>
                </c:pt>
                <c:pt idx="266">
                  <c:v>732</c:v>
                </c:pt>
                <c:pt idx="267">
                  <c:v>734</c:v>
                </c:pt>
                <c:pt idx="268">
                  <c:v>736</c:v>
                </c:pt>
                <c:pt idx="269">
                  <c:v>738</c:v>
                </c:pt>
                <c:pt idx="270">
                  <c:v>740</c:v>
                </c:pt>
                <c:pt idx="271">
                  <c:v>742</c:v>
                </c:pt>
                <c:pt idx="272">
                  <c:v>744</c:v>
                </c:pt>
                <c:pt idx="273">
                  <c:v>746</c:v>
                </c:pt>
                <c:pt idx="274">
                  <c:v>748</c:v>
                </c:pt>
                <c:pt idx="275">
                  <c:v>750</c:v>
                </c:pt>
                <c:pt idx="276">
                  <c:v>752</c:v>
                </c:pt>
                <c:pt idx="277">
                  <c:v>754</c:v>
                </c:pt>
                <c:pt idx="278">
                  <c:v>756</c:v>
                </c:pt>
                <c:pt idx="279">
                  <c:v>758</c:v>
                </c:pt>
                <c:pt idx="280">
                  <c:v>760</c:v>
                </c:pt>
                <c:pt idx="281">
                  <c:v>762</c:v>
                </c:pt>
                <c:pt idx="282">
                  <c:v>764</c:v>
                </c:pt>
                <c:pt idx="283">
                  <c:v>766</c:v>
                </c:pt>
                <c:pt idx="284">
                  <c:v>768</c:v>
                </c:pt>
                <c:pt idx="285">
                  <c:v>770</c:v>
                </c:pt>
                <c:pt idx="286">
                  <c:v>772</c:v>
                </c:pt>
                <c:pt idx="287">
                  <c:v>774</c:v>
                </c:pt>
                <c:pt idx="288">
                  <c:v>776</c:v>
                </c:pt>
                <c:pt idx="289">
                  <c:v>778</c:v>
                </c:pt>
                <c:pt idx="290">
                  <c:v>780</c:v>
                </c:pt>
                <c:pt idx="291">
                  <c:v>782</c:v>
                </c:pt>
                <c:pt idx="292">
                  <c:v>784</c:v>
                </c:pt>
                <c:pt idx="293">
                  <c:v>786</c:v>
                </c:pt>
                <c:pt idx="294">
                  <c:v>788</c:v>
                </c:pt>
                <c:pt idx="295">
                  <c:v>790</c:v>
                </c:pt>
                <c:pt idx="296">
                  <c:v>792</c:v>
                </c:pt>
                <c:pt idx="297">
                  <c:v>794</c:v>
                </c:pt>
                <c:pt idx="298">
                  <c:v>796</c:v>
                </c:pt>
                <c:pt idx="299">
                  <c:v>798</c:v>
                </c:pt>
                <c:pt idx="300">
                  <c:v>800</c:v>
                </c:pt>
                <c:pt idx="301">
                  <c:v>802</c:v>
                </c:pt>
                <c:pt idx="302">
                  <c:v>804</c:v>
                </c:pt>
                <c:pt idx="303">
                  <c:v>806</c:v>
                </c:pt>
                <c:pt idx="304">
                  <c:v>808</c:v>
                </c:pt>
                <c:pt idx="305">
                  <c:v>810</c:v>
                </c:pt>
                <c:pt idx="306">
                  <c:v>812</c:v>
                </c:pt>
                <c:pt idx="307">
                  <c:v>814</c:v>
                </c:pt>
                <c:pt idx="308">
                  <c:v>816</c:v>
                </c:pt>
                <c:pt idx="309">
                  <c:v>818</c:v>
                </c:pt>
                <c:pt idx="310">
                  <c:v>820</c:v>
                </c:pt>
                <c:pt idx="311">
                  <c:v>822</c:v>
                </c:pt>
                <c:pt idx="312">
                  <c:v>824</c:v>
                </c:pt>
                <c:pt idx="313">
                  <c:v>826</c:v>
                </c:pt>
                <c:pt idx="314">
                  <c:v>828</c:v>
                </c:pt>
                <c:pt idx="315">
                  <c:v>830</c:v>
                </c:pt>
                <c:pt idx="316">
                  <c:v>832</c:v>
                </c:pt>
                <c:pt idx="317">
                  <c:v>834</c:v>
                </c:pt>
                <c:pt idx="318">
                  <c:v>836</c:v>
                </c:pt>
                <c:pt idx="319">
                  <c:v>838</c:v>
                </c:pt>
                <c:pt idx="320">
                  <c:v>840</c:v>
                </c:pt>
                <c:pt idx="321">
                  <c:v>842</c:v>
                </c:pt>
                <c:pt idx="322">
                  <c:v>844</c:v>
                </c:pt>
                <c:pt idx="323">
                  <c:v>846</c:v>
                </c:pt>
                <c:pt idx="324">
                  <c:v>848</c:v>
                </c:pt>
                <c:pt idx="325">
                  <c:v>850</c:v>
                </c:pt>
                <c:pt idx="326">
                  <c:v>852</c:v>
                </c:pt>
                <c:pt idx="327">
                  <c:v>854</c:v>
                </c:pt>
                <c:pt idx="328">
                  <c:v>856</c:v>
                </c:pt>
                <c:pt idx="329">
                  <c:v>858</c:v>
                </c:pt>
                <c:pt idx="330">
                  <c:v>860</c:v>
                </c:pt>
                <c:pt idx="331">
                  <c:v>862</c:v>
                </c:pt>
                <c:pt idx="332">
                  <c:v>864</c:v>
                </c:pt>
                <c:pt idx="333">
                  <c:v>866</c:v>
                </c:pt>
                <c:pt idx="334">
                  <c:v>868</c:v>
                </c:pt>
                <c:pt idx="335">
                  <c:v>870</c:v>
                </c:pt>
                <c:pt idx="336">
                  <c:v>872</c:v>
                </c:pt>
                <c:pt idx="337">
                  <c:v>874</c:v>
                </c:pt>
                <c:pt idx="338">
                  <c:v>876</c:v>
                </c:pt>
                <c:pt idx="339">
                  <c:v>878</c:v>
                </c:pt>
                <c:pt idx="340">
                  <c:v>880</c:v>
                </c:pt>
                <c:pt idx="341">
                  <c:v>882</c:v>
                </c:pt>
                <c:pt idx="342">
                  <c:v>884</c:v>
                </c:pt>
                <c:pt idx="343">
                  <c:v>886</c:v>
                </c:pt>
                <c:pt idx="344">
                  <c:v>888</c:v>
                </c:pt>
                <c:pt idx="345">
                  <c:v>890</c:v>
                </c:pt>
                <c:pt idx="346">
                  <c:v>892</c:v>
                </c:pt>
                <c:pt idx="347">
                  <c:v>894</c:v>
                </c:pt>
                <c:pt idx="348">
                  <c:v>896</c:v>
                </c:pt>
                <c:pt idx="349">
                  <c:v>898</c:v>
                </c:pt>
                <c:pt idx="350">
                  <c:v>900</c:v>
                </c:pt>
                <c:pt idx="351">
                  <c:v>902</c:v>
                </c:pt>
                <c:pt idx="352">
                  <c:v>904</c:v>
                </c:pt>
                <c:pt idx="353">
                  <c:v>906</c:v>
                </c:pt>
                <c:pt idx="354">
                  <c:v>908</c:v>
                </c:pt>
                <c:pt idx="355">
                  <c:v>910</c:v>
                </c:pt>
                <c:pt idx="356">
                  <c:v>912</c:v>
                </c:pt>
                <c:pt idx="357">
                  <c:v>914</c:v>
                </c:pt>
                <c:pt idx="358">
                  <c:v>916</c:v>
                </c:pt>
                <c:pt idx="359">
                  <c:v>918</c:v>
                </c:pt>
                <c:pt idx="360">
                  <c:v>920</c:v>
                </c:pt>
                <c:pt idx="361">
                  <c:v>922</c:v>
                </c:pt>
                <c:pt idx="362">
                  <c:v>924</c:v>
                </c:pt>
                <c:pt idx="363">
                  <c:v>926</c:v>
                </c:pt>
                <c:pt idx="364">
                  <c:v>928</c:v>
                </c:pt>
                <c:pt idx="365">
                  <c:v>930</c:v>
                </c:pt>
                <c:pt idx="366">
                  <c:v>932</c:v>
                </c:pt>
                <c:pt idx="367">
                  <c:v>934</c:v>
                </c:pt>
                <c:pt idx="368">
                  <c:v>936</c:v>
                </c:pt>
                <c:pt idx="369">
                  <c:v>938</c:v>
                </c:pt>
                <c:pt idx="370">
                  <c:v>940</c:v>
                </c:pt>
                <c:pt idx="371">
                  <c:v>942</c:v>
                </c:pt>
                <c:pt idx="372">
                  <c:v>944</c:v>
                </c:pt>
                <c:pt idx="373">
                  <c:v>946</c:v>
                </c:pt>
                <c:pt idx="374">
                  <c:v>948</c:v>
                </c:pt>
                <c:pt idx="375">
                  <c:v>950</c:v>
                </c:pt>
                <c:pt idx="376">
                  <c:v>952</c:v>
                </c:pt>
                <c:pt idx="377">
                  <c:v>954</c:v>
                </c:pt>
                <c:pt idx="378">
                  <c:v>956</c:v>
                </c:pt>
                <c:pt idx="379">
                  <c:v>958</c:v>
                </c:pt>
                <c:pt idx="380">
                  <c:v>960</c:v>
                </c:pt>
                <c:pt idx="381">
                  <c:v>962</c:v>
                </c:pt>
                <c:pt idx="382">
                  <c:v>964</c:v>
                </c:pt>
                <c:pt idx="383">
                  <c:v>966</c:v>
                </c:pt>
                <c:pt idx="384">
                  <c:v>968</c:v>
                </c:pt>
                <c:pt idx="385">
                  <c:v>970</c:v>
                </c:pt>
                <c:pt idx="386">
                  <c:v>972</c:v>
                </c:pt>
                <c:pt idx="387">
                  <c:v>974</c:v>
                </c:pt>
                <c:pt idx="388">
                  <c:v>976</c:v>
                </c:pt>
                <c:pt idx="389">
                  <c:v>978</c:v>
                </c:pt>
                <c:pt idx="390">
                  <c:v>980</c:v>
                </c:pt>
                <c:pt idx="391">
                  <c:v>982</c:v>
                </c:pt>
                <c:pt idx="392">
                  <c:v>984</c:v>
                </c:pt>
                <c:pt idx="393">
                  <c:v>986</c:v>
                </c:pt>
                <c:pt idx="394">
                  <c:v>988</c:v>
                </c:pt>
                <c:pt idx="395">
                  <c:v>990</c:v>
                </c:pt>
                <c:pt idx="396">
                  <c:v>992</c:v>
                </c:pt>
                <c:pt idx="397">
                  <c:v>994</c:v>
                </c:pt>
                <c:pt idx="398">
                  <c:v>996</c:v>
                </c:pt>
                <c:pt idx="399">
                  <c:v>998</c:v>
                </c:pt>
                <c:pt idx="400">
                  <c:v>1000</c:v>
                </c:pt>
                <c:pt idx="401">
                  <c:v>1002</c:v>
                </c:pt>
                <c:pt idx="402">
                  <c:v>1004</c:v>
                </c:pt>
                <c:pt idx="403">
                  <c:v>1006</c:v>
                </c:pt>
                <c:pt idx="404">
                  <c:v>1008</c:v>
                </c:pt>
                <c:pt idx="405">
                  <c:v>1010</c:v>
                </c:pt>
                <c:pt idx="406">
                  <c:v>1012</c:v>
                </c:pt>
                <c:pt idx="407">
                  <c:v>1014</c:v>
                </c:pt>
                <c:pt idx="408">
                  <c:v>1016</c:v>
                </c:pt>
                <c:pt idx="409">
                  <c:v>1018</c:v>
                </c:pt>
                <c:pt idx="410">
                  <c:v>1020</c:v>
                </c:pt>
                <c:pt idx="411">
                  <c:v>1022</c:v>
                </c:pt>
                <c:pt idx="412">
                  <c:v>1024</c:v>
                </c:pt>
                <c:pt idx="413">
                  <c:v>1026</c:v>
                </c:pt>
                <c:pt idx="414">
                  <c:v>1028</c:v>
                </c:pt>
                <c:pt idx="415">
                  <c:v>1030</c:v>
                </c:pt>
                <c:pt idx="416">
                  <c:v>1032</c:v>
                </c:pt>
                <c:pt idx="417">
                  <c:v>1034</c:v>
                </c:pt>
                <c:pt idx="418">
                  <c:v>1036</c:v>
                </c:pt>
                <c:pt idx="419">
                  <c:v>1038</c:v>
                </c:pt>
                <c:pt idx="420">
                  <c:v>1040</c:v>
                </c:pt>
                <c:pt idx="421">
                  <c:v>1042</c:v>
                </c:pt>
                <c:pt idx="422">
                  <c:v>1044</c:v>
                </c:pt>
                <c:pt idx="423">
                  <c:v>1046</c:v>
                </c:pt>
                <c:pt idx="424">
                  <c:v>1048</c:v>
                </c:pt>
                <c:pt idx="425">
                  <c:v>1050</c:v>
                </c:pt>
                <c:pt idx="426">
                  <c:v>1052</c:v>
                </c:pt>
                <c:pt idx="427">
                  <c:v>1054</c:v>
                </c:pt>
                <c:pt idx="428">
                  <c:v>1056</c:v>
                </c:pt>
                <c:pt idx="429">
                  <c:v>1058</c:v>
                </c:pt>
                <c:pt idx="430">
                  <c:v>1060</c:v>
                </c:pt>
                <c:pt idx="431">
                  <c:v>1062</c:v>
                </c:pt>
                <c:pt idx="432">
                  <c:v>1064</c:v>
                </c:pt>
                <c:pt idx="433">
                  <c:v>1066</c:v>
                </c:pt>
                <c:pt idx="434">
                  <c:v>1068</c:v>
                </c:pt>
                <c:pt idx="435">
                  <c:v>1070</c:v>
                </c:pt>
                <c:pt idx="436">
                  <c:v>1072</c:v>
                </c:pt>
                <c:pt idx="437">
                  <c:v>1074</c:v>
                </c:pt>
                <c:pt idx="438">
                  <c:v>1076</c:v>
                </c:pt>
                <c:pt idx="439">
                  <c:v>1078</c:v>
                </c:pt>
                <c:pt idx="440">
                  <c:v>1080</c:v>
                </c:pt>
                <c:pt idx="441">
                  <c:v>1082</c:v>
                </c:pt>
                <c:pt idx="442">
                  <c:v>1084</c:v>
                </c:pt>
                <c:pt idx="443">
                  <c:v>1086</c:v>
                </c:pt>
                <c:pt idx="444">
                  <c:v>1088</c:v>
                </c:pt>
                <c:pt idx="445">
                  <c:v>1090</c:v>
                </c:pt>
                <c:pt idx="446">
                  <c:v>1092</c:v>
                </c:pt>
                <c:pt idx="447">
                  <c:v>1094</c:v>
                </c:pt>
                <c:pt idx="448">
                  <c:v>1096</c:v>
                </c:pt>
                <c:pt idx="449">
                  <c:v>1098</c:v>
                </c:pt>
                <c:pt idx="450">
                  <c:v>1100</c:v>
                </c:pt>
                <c:pt idx="451">
                  <c:v>1102</c:v>
                </c:pt>
                <c:pt idx="452">
                  <c:v>1104</c:v>
                </c:pt>
                <c:pt idx="453">
                  <c:v>1106</c:v>
                </c:pt>
                <c:pt idx="454">
                  <c:v>1108</c:v>
                </c:pt>
                <c:pt idx="455">
                  <c:v>1110</c:v>
                </c:pt>
                <c:pt idx="456">
                  <c:v>1112</c:v>
                </c:pt>
                <c:pt idx="457">
                  <c:v>1114</c:v>
                </c:pt>
                <c:pt idx="458">
                  <c:v>1116</c:v>
                </c:pt>
                <c:pt idx="459">
                  <c:v>1118</c:v>
                </c:pt>
                <c:pt idx="460">
                  <c:v>1120</c:v>
                </c:pt>
                <c:pt idx="461">
                  <c:v>1122</c:v>
                </c:pt>
                <c:pt idx="462">
                  <c:v>1124</c:v>
                </c:pt>
                <c:pt idx="463">
                  <c:v>1126</c:v>
                </c:pt>
                <c:pt idx="464">
                  <c:v>1128</c:v>
                </c:pt>
                <c:pt idx="465">
                  <c:v>1130</c:v>
                </c:pt>
                <c:pt idx="466">
                  <c:v>1132</c:v>
                </c:pt>
                <c:pt idx="467">
                  <c:v>1134</c:v>
                </c:pt>
                <c:pt idx="468">
                  <c:v>1136</c:v>
                </c:pt>
                <c:pt idx="469">
                  <c:v>1138</c:v>
                </c:pt>
                <c:pt idx="470">
                  <c:v>1140</c:v>
                </c:pt>
                <c:pt idx="471">
                  <c:v>1142</c:v>
                </c:pt>
                <c:pt idx="472">
                  <c:v>1144</c:v>
                </c:pt>
                <c:pt idx="473">
                  <c:v>1146</c:v>
                </c:pt>
                <c:pt idx="474">
                  <c:v>1148</c:v>
                </c:pt>
                <c:pt idx="475">
                  <c:v>1150</c:v>
                </c:pt>
                <c:pt idx="476">
                  <c:v>1152</c:v>
                </c:pt>
                <c:pt idx="477">
                  <c:v>1154</c:v>
                </c:pt>
                <c:pt idx="478">
                  <c:v>1156</c:v>
                </c:pt>
                <c:pt idx="479">
                  <c:v>1158</c:v>
                </c:pt>
                <c:pt idx="480">
                  <c:v>1160</c:v>
                </c:pt>
                <c:pt idx="481">
                  <c:v>1162</c:v>
                </c:pt>
                <c:pt idx="482">
                  <c:v>1164</c:v>
                </c:pt>
                <c:pt idx="483">
                  <c:v>1166</c:v>
                </c:pt>
                <c:pt idx="484">
                  <c:v>1168</c:v>
                </c:pt>
                <c:pt idx="485">
                  <c:v>1170</c:v>
                </c:pt>
                <c:pt idx="486">
                  <c:v>1172</c:v>
                </c:pt>
                <c:pt idx="487">
                  <c:v>1174</c:v>
                </c:pt>
                <c:pt idx="488">
                  <c:v>1176</c:v>
                </c:pt>
                <c:pt idx="489">
                  <c:v>1178</c:v>
                </c:pt>
                <c:pt idx="490">
                  <c:v>1180</c:v>
                </c:pt>
                <c:pt idx="491">
                  <c:v>1182</c:v>
                </c:pt>
                <c:pt idx="492">
                  <c:v>1184</c:v>
                </c:pt>
                <c:pt idx="493">
                  <c:v>1186</c:v>
                </c:pt>
                <c:pt idx="494">
                  <c:v>1188</c:v>
                </c:pt>
                <c:pt idx="495">
                  <c:v>1190</c:v>
                </c:pt>
                <c:pt idx="496">
                  <c:v>1192</c:v>
                </c:pt>
                <c:pt idx="497">
                  <c:v>1194</c:v>
                </c:pt>
                <c:pt idx="498">
                  <c:v>1196</c:v>
                </c:pt>
                <c:pt idx="499">
                  <c:v>1198</c:v>
                </c:pt>
                <c:pt idx="500">
                  <c:v>1200</c:v>
                </c:pt>
              </c:numCache>
            </c:numRef>
          </c:xVal>
          <c:yVal>
            <c:numRef>
              <c:f>'Chart Data'!$D$2:$D$502</c:f>
              <c:numCache>
                <c:formatCode>0.0</c:formatCode>
                <c:ptCount val="501"/>
                <c:pt idx="0">
                  <c:v>5.747073E-05</c:v>
                </c:pt>
                <c:pt idx="1">
                  <c:v>0.0001518099</c:v>
                </c:pt>
                <c:pt idx="2">
                  <c:v>0.0001204848</c:v>
                </c:pt>
                <c:pt idx="3">
                  <c:v>4.102751E-06</c:v>
                </c:pt>
                <c:pt idx="4">
                  <c:v>0.0001262227</c:v>
                </c:pt>
                <c:pt idx="5">
                  <c:v>0.0002205737</c:v>
                </c:pt>
                <c:pt idx="6">
                  <c:v>0.0002263011</c:v>
                </c:pt>
                <c:pt idx="7">
                  <c:v>8.959768E-05</c:v>
                </c:pt>
                <c:pt idx="8">
                  <c:v>0.0005215286</c:v>
                </c:pt>
                <c:pt idx="9">
                  <c:v>0.0004572733</c:v>
                </c:pt>
                <c:pt idx="10">
                  <c:v>0.0004141605</c:v>
                </c:pt>
                <c:pt idx="11">
                  <c:v>0.0005886035</c:v>
                </c:pt>
                <c:pt idx="12">
                  <c:v>0.000511688</c:v>
                </c:pt>
                <c:pt idx="13">
                  <c:v>0.0008531145</c:v>
                </c:pt>
                <c:pt idx="14">
                  <c:v>0.0009954843</c:v>
                </c:pt>
                <c:pt idx="15">
                  <c:v>0.00125301</c:v>
                </c:pt>
                <c:pt idx="16">
                  <c:v>0.001431983</c:v>
                </c:pt>
                <c:pt idx="17">
                  <c:v>0.001636641</c:v>
                </c:pt>
                <c:pt idx="18">
                  <c:v>0.001949835</c:v>
                </c:pt>
                <c:pt idx="19">
                  <c:v>0.002444161</c:v>
                </c:pt>
                <c:pt idx="20">
                  <c:v>0.002663533</c:v>
                </c:pt>
                <c:pt idx="21">
                  <c:v>0.003126955</c:v>
                </c:pt>
                <c:pt idx="22">
                  <c:v>0.00377866</c:v>
                </c:pt>
                <c:pt idx="23">
                  <c:v>0.004393654</c:v>
                </c:pt>
                <c:pt idx="24">
                  <c:v>0.005419243</c:v>
                </c:pt>
                <c:pt idx="25">
                  <c:v>0.006575744</c:v>
                </c:pt>
                <c:pt idx="26">
                  <c:v>0.007687933</c:v>
                </c:pt>
                <c:pt idx="27">
                  <c:v>0.009244384</c:v>
                </c:pt>
                <c:pt idx="28">
                  <c:v>0.01118089</c:v>
                </c:pt>
                <c:pt idx="29">
                  <c:v>0.01382927</c:v>
                </c:pt>
                <c:pt idx="30">
                  <c:v>0.01651712</c:v>
                </c:pt>
                <c:pt idx="31">
                  <c:v>0.02053207</c:v>
                </c:pt>
                <c:pt idx="32">
                  <c:v>0.02568196</c:v>
                </c:pt>
                <c:pt idx="33">
                  <c:v>0.03269295</c:v>
                </c:pt>
                <c:pt idx="34">
                  <c:v>0.04304075</c:v>
                </c:pt>
                <c:pt idx="35">
                  <c:v>0.05813647</c:v>
                </c:pt>
                <c:pt idx="36">
                  <c:v>0.07821008</c:v>
                </c:pt>
                <c:pt idx="37">
                  <c:v>0.1022229</c:v>
                </c:pt>
                <c:pt idx="38">
                  <c:v>0.1276365</c:v>
                </c:pt>
                <c:pt idx="39">
                  <c:v>0.1512964</c:v>
                </c:pt>
                <c:pt idx="40">
                  <c:v>0.1654827</c:v>
                </c:pt>
                <c:pt idx="41">
                  <c:v>0.1587194</c:v>
                </c:pt>
                <c:pt idx="42">
                  <c:v>0.1252463</c:v>
                </c:pt>
                <c:pt idx="43">
                  <c:v>0.08598196</c:v>
                </c:pt>
                <c:pt idx="44">
                  <c:v>0.05694734</c:v>
                </c:pt>
                <c:pt idx="45">
                  <c:v>0.03807502</c:v>
                </c:pt>
                <c:pt idx="46">
                  <c:v>0.02653674</c:v>
                </c:pt>
                <c:pt idx="47">
                  <c:v>0.01946722</c:v>
                </c:pt>
                <c:pt idx="48">
                  <c:v>0.01436705</c:v>
                </c:pt>
                <c:pt idx="49">
                  <c:v>0.01111216</c:v>
                </c:pt>
                <c:pt idx="50">
                  <c:v>0.008690486</c:v>
                </c:pt>
                <c:pt idx="51">
                  <c:v>0.006872433</c:v>
                </c:pt>
                <c:pt idx="52">
                  <c:v>0.005820033</c:v>
                </c:pt>
                <c:pt idx="53">
                  <c:v>0.004582978</c:v>
                </c:pt>
                <c:pt idx="54">
                  <c:v>0.003691298</c:v>
                </c:pt>
                <c:pt idx="55">
                  <c:v>0.003030377</c:v>
                </c:pt>
                <c:pt idx="56">
                  <c:v>0.002425126</c:v>
                </c:pt>
                <c:pt idx="57">
                  <c:v>0.002143956</c:v>
                </c:pt>
                <c:pt idx="58">
                  <c:v>0.001470045</c:v>
                </c:pt>
                <c:pt idx="59">
                  <c:v>0.001310365</c:v>
                </c:pt>
                <c:pt idx="60">
                  <c:v>0.00112541</c:v>
                </c:pt>
                <c:pt idx="61">
                  <c:v>0.0007626991</c:v>
                </c:pt>
                <c:pt idx="62">
                  <c:v>0.0004599345</c:v>
                </c:pt>
                <c:pt idx="63">
                  <c:v>0.0003900658</c:v>
                </c:pt>
                <c:pt idx="64">
                  <c:v>0.0003460263</c:v>
                </c:pt>
                <c:pt idx="65">
                  <c:v>2.994616E-05</c:v>
                </c:pt>
                <c:pt idx="66">
                  <c:v>6.915407E-05</c:v>
                </c:pt>
                <c:pt idx="67">
                  <c:v>9.672518E-05</c:v>
                </c:pt>
                <c:pt idx="68">
                  <c:v>8.712406E-05</c:v>
                </c:pt>
                <c:pt idx="69">
                  <c:v>4.312976E-05</c:v>
                </c:pt>
                <c:pt idx="70">
                  <c:v>3.264948E-05</c:v>
                </c:pt>
                <c:pt idx="71">
                  <c:v>8.521902E-05</c:v>
                </c:pt>
                <c:pt idx="72">
                  <c:v>0.0001430411</c:v>
                </c:pt>
                <c:pt idx="73">
                  <c:v>6.424886E-05</c:v>
                </c:pt>
                <c:pt idx="74">
                  <c:v>3.020705E-05</c:v>
                </c:pt>
                <c:pt idx="75">
                  <c:v>5.255014E-05</c:v>
                </c:pt>
                <c:pt idx="76">
                  <c:v>4.411256E-06</c:v>
                </c:pt>
                <c:pt idx="77">
                  <c:v>1.986224E-05</c:v>
                </c:pt>
                <c:pt idx="78">
                  <c:v>9.856819E-05</c:v>
                </c:pt>
                <c:pt idx="79">
                  <c:v>0.0001947122</c:v>
                </c:pt>
                <c:pt idx="80">
                  <c:v>4.083162E-05</c:v>
                </c:pt>
                <c:pt idx="81">
                  <c:v>1.263309E-05</c:v>
                </c:pt>
                <c:pt idx="82">
                  <c:v>0.0001440971</c:v>
                </c:pt>
                <c:pt idx="83">
                  <c:v>2.789016E-05</c:v>
                </c:pt>
                <c:pt idx="84">
                  <c:v>0.0001593271</c:v>
                </c:pt>
                <c:pt idx="85">
                  <c:v>3.206949E-05</c:v>
                </c:pt>
                <c:pt idx="86">
                  <c:v>0.0004139275</c:v>
                </c:pt>
                <c:pt idx="87">
                  <c:v>0.0002086142</c:v>
                </c:pt>
                <c:pt idx="88">
                  <c:v>0.0001142164</c:v>
                </c:pt>
                <c:pt idx="89">
                  <c:v>0.0001910523</c:v>
                </c:pt>
                <c:pt idx="90">
                  <c:v>0.000128592</c:v>
                </c:pt>
                <c:pt idx="91">
                  <c:v>0.0001577023</c:v>
                </c:pt>
                <c:pt idx="92">
                  <c:v>0.0001426234</c:v>
                </c:pt>
                <c:pt idx="93">
                  <c:v>7.320796E-05</c:v>
                </c:pt>
                <c:pt idx="94">
                  <c:v>0.0001302623</c:v>
                </c:pt>
                <c:pt idx="95">
                  <c:v>0.0002515169</c:v>
                </c:pt>
                <c:pt idx="96">
                  <c:v>9.498274E-06</c:v>
                </c:pt>
                <c:pt idx="97">
                  <c:v>5.739862E-05</c:v>
                </c:pt>
                <c:pt idx="98">
                  <c:v>8.115178E-05</c:v>
                </c:pt>
                <c:pt idx="99">
                  <c:v>0.0001230793</c:v>
                </c:pt>
                <c:pt idx="100">
                  <c:v>1.695543E-05</c:v>
                </c:pt>
                <c:pt idx="101">
                  <c:v>0.0001557656</c:v>
                </c:pt>
                <c:pt idx="102">
                  <c:v>4.328384E-05</c:v>
                </c:pt>
                <c:pt idx="103">
                  <c:v>0.0001502251</c:v>
                </c:pt>
                <c:pt idx="104">
                  <c:v>8.373818E-05</c:v>
                </c:pt>
                <c:pt idx="105">
                  <c:v>0.0001786061</c:v>
                </c:pt>
                <c:pt idx="106">
                  <c:v>0.0001122984</c:v>
                </c:pt>
                <c:pt idx="107">
                  <c:v>0.000216198</c:v>
                </c:pt>
                <c:pt idx="108">
                  <c:v>0.000175524</c:v>
                </c:pt>
                <c:pt idx="109">
                  <c:v>9.970993E-05</c:v>
                </c:pt>
                <c:pt idx="110">
                  <c:v>0.0002386606</c:v>
                </c:pt>
                <c:pt idx="111">
                  <c:v>0.0003115709</c:v>
                </c:pt>
                <c:pt idx="112">
                  <c:v>0.000234425</c:v>
                </c:pt>
                <c:pt idx="113">
                  <c:v>0.0002242949</c:v>
                </c:pt>
                <c:pt idx="114">
                  <c:v>0.000452697</c:v>
                </c:pt>
                <c:pt idx="115">
                  <c:v>0.0002236043</c:v>
                </c:pt>
                <c:pt idx="116">
                  <c:v>0.0002841718</c:v>
                </c:pt>
                <c:pt idx="117">
                  <c:v>0.0001837088</c:v>
                </c:pt>
                <c:pt idx="118">
                  <c:v>0.0001712842</c:v>
                </c:pt>
                <c:pt idx="119">
                  <c:v>0.0001316695</c:v>
                </c:pt>
                <c:pt idx="120">
                  <c:v>0.0002977355</c:v>
                </c:pt>
                <c:pt idx="121">
                  <c:v>0.0002906961</c:v>
                </c:pt>
                <c:pt idx="122">
                  <c:v>0.0002825993</c:v>
                </c:pt>
                <c:pt idx="123">
                  <c:v>0.0004180346</c:v>
                </c:pt>
                <c:pt idx="124">
                  <c:v>0.0001975704</c:v>
                </c:pt>
                <c:pt idx="125">
                  <c:v>0.0003643885</c:v>
                </c:pt>
                <c:pt idx="126">
                  <c:v>7.613006E-05</c:v>
                </c:pt>
                <c:pt idx="127">
                  <c:v>6.211983E-05</c:v>
                </c:pt>
                <c:pt idx="128">
                  <c:v>0.0002313094</c:v>
                </c:pt>
                <c:pt idx="129">
                  <c:v>0.0001757999</c:v>
                </c:pt>
                <c:pt idx="130">
                  <c:v>4.785444E-05</c:v>
                </c:pt>
                <c:pt idx="131">
                  <c:v>0.0001472792</c:v>
                </c:pt>
                <c:pt idx="132">
                  <c:v>0.000210168</c:v>
                </c:pt>
                <c:pt idx="133">
                  <c:v>0.0001619617</c:v>
                </c:pt>
                <c:pt idx="134">
                  <c:v>0.0001575996</c:v>
                </c:pt>
                <c:pt idx="135">
                  <c:v>0.0002399337</c:v>
                </c:pt>
                <c:pt idx="136">
                  <c:v>0.0005144719</c:v>
                </c:pt>
                <c:pt idx="137">
                  <c:v>3.742172E-05</c:v>
                </c:pt>
                <c:pt idx="138">
                  <c:v>0.00011657</c:v>
                </c:pt>
                <c:pt idx="139">
                  <c:v>0.0002501886</c:v>
                </c:pt>
                <c:pt idx="140">
                  <c:v>0.0004451577</c:v>
                </c:pt>
                <c:pt idx="141">
                  <c:v>0.0002378225</c:v>
                </c:pt>
                <c:pt idx="142">
                  <c:v>9.083243E-05</c:v>
                </c:pt>
                <c:pt idx="143">
                  <c:v>0.0003324241</c:v>
                </c:pt>
                <c:pt idx="144">
                  <c:v>0.0001243876</c:v>
                </c:pt>
                <c:pt idx="145">
                  <c:v>9.526731E-05</c:v>
                </c:pt>
                <c:pt idx="146">
                  <c:v>0.0001956542</c:v>
                </c:pt>
                <c:pt idx="147">
                  <c:v>0.0002449753</c:v>
                </c:pt>
                <c:pt idx="148">
                  <c:v>0.0001755667</c:v>
                </c:pt>
                <c:pt idx="149">
                  <c:v>0.0001892513</c:v>
                </c:pt>
                <c:pt idx="150">
                  <c:v>3.492883E-05</c:v>
                </c:pt>
                <c:pt idx="151">
                  <c:v>0.000263397</c:v>
                </c:pt>
                <c:pt idx="152">
                  <c:v>0.0003408722</c:v>
                </c:pt>
                <c:pt idx="153">
                  <c:v>0.0002161233</c:v>
                </c:pt>
                <c:pt idx="154">
                  <c:v>0.0002881651</c:v>
                </c:pt>
                <c:pt idx="155">
                  <c:v>4.172679E-05</c:v>
                </c:pt>
                <c:pt idx="156">
                  <c:v>0.0002659406</c:v>
                </c:pt>
                <c:pt idx="157">
                  <c:v>0.0003424258</c:v>
                </c:pt>
                <c:pt idx="158">
                  <c:v>4.33882E-05</c:v>
                </c:pt>
                <c:pt idx="159">
                  <c:v>0.0002371747</c:v>
                </c:pt>
                <c:pt idx="160">
                  <c:v>0.0001143217</c:v>
                </c:pt>
                <c:pt idx="161">
                  <c:v>0.0001198537</c:v>
                </c:pt>
                <c:pt idx="162">
                  <c:v>0.0001141312</c:v>
                </c:pt>
                <c:pt idx="163">
                  <c:v>0.0002765495</c:v>
                </c:pt>
                <c:pt idx="164">
                  <c:v>0.000112042</c:v>
                </c:pt>
                <c:pt idx="165">
                  <c:v>8.233758E-06</c:v>
                </c:pt>
                <c:pt idx="166">
                  <c:v>3.824236E-05</c:v>
                </c:pt>
                <c:pt idx="167">
                  <c:v>0.0001253819</c:v>
                </c:pt>
                <c:pt idx="168">
                  <c:v>0.0003673014</c:v>
                </c:pt>
                <c:pt idx="169">
                  <c:v>0.0001528704</c:v>
                </c:pt>
                <c:pt idx="170">
                  <c:v>8.241096E-05</c:v>
                </c:pt>
                <c:pt idx="171">
                  <c:v>0.0001784187</c:v>
                </c:pt>
                <c:pt idx="172">
                  <c:v>3.261875E-05</c:v>
                </c:pt>
                <c:pt idx="173">
                  <c:v>7.902823E-05</c:v>
                </c:pt>
                <c:pt idx="174">
                  <c:v>0.0001274297</c:v>
                </c:pt>
                <c:pt idx="175">
                  <c:v>6.189762E-05</c:v>
                </c:pt>
                <c:pt idx="176">
                  <c:v>0.0001806171</c:v>
                </c:pt>
                <c:pt idx="177">
                  <c:v>0.0002623551</c:v>
                </c:pt>
                <c:pt idx="178">
                  <c:v>0.0003497649</c:v>
                </c:pt>
                <c:pt idx="179">
                  <c:v>4.621128E-05</c:v>
                </c:pt>
                <c:pt idx="180">
                  <c:v>0.0001223647</c:v>
                </c:pt>
                <c:pt idx="181">
                  <c:v>0.0001605522</c:v>
                </c:pt>
                <c:pt idx="182">
                  <c:v>0.0002020238</c:v>
                </c:pt>
                <c:pt idx="183">
                  <c:v>4.548369E-05</c:v>
                </c:pt>
                <c:pt idx="184">
                  <c:v>6.299806E-05</c:v>
                </c:pt>
                <c:pt idx="185">
                  <c:v>0.0001252843</c:v>
                </c:pt>
                <c:pt idx="186">
                  <c:v>0.0001417536</c:v>
                </c:pt>
                <c:pt idx="187">
                  <c:v>2.767666E-05</c:v>
                </c:pt>
                <c:pt idx="188">
                  <c:v>0.0003612085</c:v>
                </c:pt>
                <c:pt idx="189">
                  <c:v>0.0001279803</c:v>
                </c:pt>
                <c:pt idx="190">
                  <c:v>0.0001090671</c:v>
                </c:pt>
                <c:pt idx="191">
                  <c:v>0.0004101862</c:v>
                </c:pt>
                <c:pt idx="192">
                  <c:v>0.0001770527</c:v>
                </c:pt>
                <c:pt idx="193">
                  <c:v>0.000367438</c:v>
                </c:pt>
                <c:pt idx="194">
                  <c:v>0.0001548775</c:v>
                </c:pt>
                <c:pt idx="195">
                  <c:v>4.221152E-05</c:v>
                </c:pt>
                <c:pt idx="196">
                  <c:v>0.0002891239</c:v>
                </c:pt>
                <c:pt idx="197">
                  <c:v>0.000135064</c:v>
                </c:pt>
                <c:pt idx="198">
                  <c:v>0.0004803964</c:v>
                </c:pt>
                <c:pt idx="199">
                  <c:v>0.0002075548</c:v>
                </c:pt>
                <c:pt idx="200">
                  <c:v>0.0003964311</c:v>
                </c:pt>
                <c:pt idx="201">
                  <c:v>0.0004519815</c:v>
                </c:pt>
                <c:pt idx="202">
                  <c:v>0.0004420724</c:v>
                </c:pt>
                <c:pt idx="203">
                  <c:v>0.0002758129</c:v>
                </c:pt>
                <c:pt idx="204">
                  <c:v>0.0006775742</c:v>
                </c:pt>
                <c:pt idx="205">
                  <c:v>0.000354699</c:v>
                </c:pt>
                <c:pt idx="206">
                  <c:v>0.0003283468</c:v>
                </c:pt>
                <c:pt idx="207">
                  <c:v>0.0003744687</c:v>
                </c:pt>
                <c:pt idx="208">
                  <c:v>0.00023606</c:v>
                </c:pt>
                <c:pt idx="209">
                  <c:v>0.0003635176</c:v>
                </c:pt>
                <c:pt idx="210">
                  <c:v>0.0002789827</c:v>
                </c:pt>
                <c:pt idx="211">
                  <c:v>0.000470548</c:v>
                </c:pt>
                <c:pt idx="212">
                  <c:v>0.0003749323</c:v>
                </c:pt>
                <c:pt idx="213">
                  <c:v>0.0004743546</c:v>
                </c:pt>
                <c:pt idx="214">
                  <c:v>0.0002720863</c:v>
                </c:pt>
                <c:pt idx="215">
                  <c:v>0.0003241424</c:v>
                </c:pt>
                <c:pt idx="216">
                  <c:v>0.0005341206</c:v>
                </c:pt>
                <c:pt idx="217">
                  <c:v>0.0004416182</c:v>
                </c:pt>
                <c:pt idx="218">
                  <c:v>0.0004196698</c:v>
                </c:pt>
                <c:pt idx="219">
                  <c:v>3.033858E-05</c:v>
                </c:pt>
                <c:pt idx="220">
                  <c:v>0.0001647379</c:v>
                </c:pt>
                <c:pt idx="221">
                  <c:v>4.92349E-05</c:v>
                </c:pt>
                <c:pt idx="222">
                  <c:v>0.000108119</c:v>
                </c:pt>
                <c:pt idx="223">
                  <c:v>0.0001533754</c:v>
                </c:pt>
                <c:pt idx="224">
                  <c:v>8.663472E-05</c:v>
                </c:pt>
                <c:pt idx="225">
                  <c:v>5.147674E-05</c:v>
                </c:pt>
                <c:pt idx="226">
                  <c:v>4.103233E-05</c:v>
                </c:pt>
                <c:pt idx="227">
                  <c:v>9.024386E-05</c:v>
                </c:pt>
                <c:pt idx="228">
                  <c:v>0.000118293</c:v>
                </c:pt>
                <c:pt idx="229">
                  <c:v>2.298329E-05</c:v>
                </c:pt>
                <c:pt idx="230">
                  <c:v>0.0001522563</c:v>
                </c:pt>
                <c:pt idx="231">
                  <c:v>2.50031E-05</c:v>
                </c:pt>
                <c:pt idx="232">
                  <c:v>0.0002218327</c:v>
                </c:pt>
                <c:pt idx="233">
                  <c:v>0.0002605557</c:v>
                </c:pt>
                <c:pt idx="234">
                  <c:v>0.0002229628</c:v>
                </c:pt>
                <c:pt idx="235">
                  <c:v>9.635574E-05</c:v>
                </c:pt>
                <c:pt idx="236">
                  <c:v>0.0001452112</c:v>
                </c:pt>
                <c:pt idx="237">
                  <c:v>1.105599E-05</c:v>
                </c:pt>
                <c:pt idx="238">
                  <c:v>0.00024308</c:v>
                </c:pt>
                <c:pt idx="239">
                  <c:v>0.0003650684</c:v>
                </c:pt>
                <c:pt idx="240">
                  <c:v>8.887282E-05</c:v>
                </c:pt>
                <c:pt idx="241">
                  <c:v>0.0001525422</c:v>
                </c:pt>
                <c:pt idx="242">
                  <c:v>0.0004671402</c:v>
                </c:pt>
                <c:pt idx="243">
                  <c:v>0.00062051</c:v>
                </c:pt>
                <c:pt idx="244">
                  <c:v>0.000516627</c:v>
                </c:pt>
                <c:pt idx="245">
                  <c:v>0.0006199647</c:v>
                </c:pt>
                <c:pt idx="246">
                  <c:v>0.0006478425</c:v>
                </c:pt>
                <c:pt idx="247">
                  <c:v>0.0009869209</c:v>
                </c:pt>
                <c:pt idx="248">
                  <c:v>0.001903312</c:v>
                </c:pt>
                <c:pt idx="249">
                  <c:v>0.003065532</c:v>
                </c:pt>
                <c:pt idx="250">
                  <c:v>0.004358705</c:v>
                </c:pt>
                <c:pt idx="251">
                  <c:v>0.006462268</c:v>
                </c:pt>
                <c:pt idx="252">
                  <c:v>0.00996576</c:v>
                </c:pt>
                <c:pt idx="253">
                  <c:v>0.01507282</c:v>
                </c:pt>
                <c:pt idx="254">
                  <c:v>0.02225698</c:v>
                </c:pt>
                <c:pt idx="255">
                  <c:v>0.03261817</c:v>
                </c:pt>
                <c:pt idx="256">
                  <c:v>0.04500025</c:v>
                </c:pt>
                <c:pt idx="257">
                  <c:v>0.03137242</c:v>
                </c:pt>
                <c:pt idx="258">
                  <c:v>0.01153925</c:v>
                </c:pt>
                <c:pt idx="259">
                  <c:v>0.004609123</c:v>
                </c:pt>
                <c:pt idx="260">
                  <c:v>0.002519728</c:v>
                </c:pt>
                <c:pt idx="261">
                  <c:v>0.00159457</c:v>
                </c:pt>
                <c:pt idx="262">
                  <c:v>0.001318866</c:v>
                </c:pt>
                <c:pt idx="263">
                  <c:v>0.0009346662</c:v>
                </c:pt>
                <c:pt idx="264">
                  <c:v>0.000871944</c:v>
                </c:pt>
                <c:pt idx="265">
                  <c:v>0.0004718842</c:v>
                </c:pt>
                <c:pt idx="266">
                  <c:v>0.0003450946</c:v>
                </c:pt>
                <c:pt idx="267">
                  <c:v>0.0003895702</c:v>
                </c:pt>
                <c:pt idx="268">
                  <c:v>0.000135203</c:v>
                </c:pt>
                <c:pt idx="269">
                  <c:v>0.0001862146</c:v>
                </c:pt>
                <c:pt idx="270">
                  <c:v>0.0002144516</c:v>
                </c:pt>
                <c:pt idx="271">
                  <c:v>0.0001422709</c:v>
                </c:pt>
                <c:pt idx="272">
                  <c:v>0.0001695215</c:v>
                </c:pt>
                <c:pt idx="273">
                  <c:v>0.0002745511</c:v>
                </c:pt>
                <c:pt idx="274">
                  <c:v>0.0002755652</c:v>
                </c:pt>
                <c:pt idx="275">
                  <c:v>0.0002350233</c:v>
                </c:pt>
                <c:pt idx="276">
                  <c:v>0.0003280842</c:v>
                </c:pt>
                <c:pt idx="277">
                  <c:v>0.000414103</c:v>
                </c:pt>
                <c:pt idx="278">
                  <c:v>0.0003296118</c:v>
                </c:pt>
                <c:pt idx="279">
                  <c:v>0.0004921972</c:v>
                </c:pt>
                <c:pt idx="280">
                  <c:v>0.000381655</c:v>
                </c:pt>
                <c:pt idx="281">
                  <c:v>0.0004445463</c:v>
                </c:pt>
                <c:pt idx="282">
                  <c:v>0.0004968234</c:v>
                </c:pt>
                <c:pt idx="283">
                  <c:v>0.0007803494</c:v>
                </c:pt>
                <c:pt idx="284">
                  <c:v>0.000445513</c:v>
                </c:pt>
                <c:pt idx="285">
                  <c:v>0.000420943</c:v>
                </c:pt>
                <c:pt idx="286">
                  <c:v>0.0004320876</c:v>
                </c:pt>
                <c:pt idx="287">
                  <c:v>0.000293614</c:v>
                </c:pt>
                <c:pt idx="288">
                  <c:v>0.0004225809</c:v>
                </c:pt>
                <c:pt idx="289">
                  <c:v>0.0006972789</c:v>
                </c:pt>
                <c:pt idx="290">
                  <c:v>0.00048433</c:v>
                </c:pt>
                <c:pt idx="291">
                  <c:v>0.0002647901</c:v>
                </c:pt>
                <c:pt idx="292">
                  <c:v>0.0001768456</c:v>
                </c:pt>
                <c:pt idx="293">
                  <c:v>0.0001305467</c:v>
                </c:pt>
                <c:pt idx="294">
                  <c:v>4.189713E-05</c:v>
                </c:pt>
                <c:pt idx="295">
                  <c:v>0.0009442248</c:v>
                </c:pt>
                <c:pt idx="296">
                  <c:v>0.0001791375</c:v>
                </c:pt>
                <c:pt idx="297">
                  <c:v>8.492834E-05</c:v>
                </c:pt>
                <c:pt idx="298">
                  <c:v>0.0001695663</c:v>
                </c:pt>
                <c:pt idx="299">
                  <c:v>3.537925E-05</c:v>
                </c:pt>
                <c:pt idx="300">
                  <c:v>0.000214826</c:v>
                </c:pt>
                <c:pt idx="301">
                  <c:v>8.781321E-05</c:v>
                </c:pt>
                <c:pt idx="302">
                  <c:v>0.000172255</c:v>
                </c:pt>
                <c:pt idx="303">
                  <c:v>1.813118E-05</c:v>
                </c:pt>
                <c:pt idx="304">
                  <c:v>6.861622E-05</c:v>
                </c:pt>
                <c:pt idx="305">
                  <c:v>6.434671E-05</c:v>
                </c:pt>
                <c:pt idx="306">
                  <c:v>2.48402E-05</c:v>
                </c:pt>
                <c:pt idx="307">
                  <c:v>0.0002676203</c:v>
                </c:pt>
                <c:pt idx="308">
                  <c:v>0.0001986698</c:v>
                </c:pt>
                <c:pt idx="309">
                  <c:v>4.496795E-05</c:v>
                </c:pt>
                <c:pt idx="310">
                  <c:v>0.0002450683</c:v>
                </c:pt>
                <c:pt idx="311">
                  <c:v>0.0006228761</c:v>
                </c:pt>
                <c:pt idx="312">
                  <c:v>0.0005823175</c:v>
                </c:pt>
                <c:pt idx="313">
                  <c:v>0.00058202</c:v>
                </c:pt>
                <c:pt idx="314">
                  <c:v>0.0006029647</c:v>
                </c:pt>
                <c:pt idx="315">
                  <c:v>0.0009946612</c:v>
                </c:pt>
                <c:pt idx="316">
                  <c:v>0.00068148</c:v>
                </c:pt>
                <c:pt idx="317">
                  <c:v>0.0008774263</c:v>
                </c:pt>
                <c:pt idx="318">
                  <c:v>0.001042927</c:v>
                </c:pt>
                <c:pt idx="319">
                  <c:v>0.001068436</c:v>
                </c:pt>
                <c:pt idx="320">
                  <c:v>0.0007453491</c:v>
                </c:pt>
                <c:pt idx="321">
                  <c:v>0.0010667</c:v>
                </c:pt>
                <c:pt idx="322">
                  <c:v>0.0007310214</c:v>
                </c:pt>
                <c:pt idx="323">
                  <c:v>0.0005682159</c:v>
                </c:pt>
                <c:pt idx="324">
                  <c:v>0.000764519</c:v>
                </c:pt>
                <c:pt idx="325">
                  <c:v>0.0008026018</c:v>
                </c:pt>
                <c:pt idx="326">
                  <c:v>0.0005874677</c:v>
                </c:pt>
                <c:pt idx="327">
                  <c:v>0.000742506</c:v>
                </c:pt>
                <c:pt idx="328">
                  <c:v>0.0007027347</c:v>
                </c:pt>
                <c:pt idx="329">
                  <c:v>0.0006502928</c:v>
                </c:pt>
                <c:pt idx="330">
                  <c:v>0.0007419005</c:v>
                </c:pt>
                <c:pt idx="331">
                  <c:v>0.0003140795</c:v>
                </c:pt>
                <c:pt idx="332">
                  <c:v>0.0004812728</c:v>
                </c:pt>
                <c:pt idx="333">
                  <c:v>0.0006102615</c:v>
                </c:pt>
                <c:pt idx="334">
                  <c:v>0.0005427444</c:v>
                </c:pt>
                <c:pt idx="335">
                  <c:v>0.0006664204</c:v>
                </c:pt>
                <c:pt idx="336">
                  <c:v>0.0005108456</c:v>
                </c:pt>
                <c:pt idx="337">
                  <c:v>0.0005297382</c:v>
                </c:pt>
                <c:pt idx="338">
                  <c:v>0.0005721665</c:v>
                </c:pt>
                <c:pt idx="339">
                  <c:v>0.0006611155</c:v>
                </c:pt>
                <c:pt idx="340">
                  <c:v>0.0003745596</c:v>
                </c:pt>
                <c:pt idx="341">
                  <c:v>0.0003815124</c:v>
                </c:pt>
                <c:pt idx="342">
                  <c:v>0.0004719844</c:v>
                </c:pt>
                <c:pt idx="343">
                  <c:v>0.0006096816</c:v>
                </c:pt>
                <c:pt idx="344">
                  <c:v>0.0004931284</c:v>
                </c:pt>
                <c:pt idx="345">
                  <c:v>0.0005977142</c:v>
                </c:pt>
                <c:pt idx="346">
                  <c:v>0.0002822593</c:v>
                </c:pt>
                <c:pt idx="347">
                  <c:v>0.0004580634</c:v>
                </c:pt>
                <c:pt idx="348">
                  <c:v>0.0003884129</c:v>
                </c:pt>
                <c:pt idx="349">
                  <c:v>0.0003019329</c:v>
                </c:pt>
                <c:pt idx="350">
                  <c:v>0.0004676935</c:v>
                </c:pt>
                <c:pt idx="351">
                  <c:v>0.0004029056</c:v>
                </c:pt>
                <c:pt idx="352">
                  <c:v>0.0002316981</c:v>
                </c:pt>
                <c:pt idx="353">
                  <c:v>9.455874E-05</c:v>
                </c:pt>
                <c:pt idx="354">
                  <c:v>0.0002010218</c:v>
                </c:pt>
                <c:pt idx="355">
                  <c:v>0.0001441835</c:v>
                </c:pt>
                <c:pt idx="356">
                  <c:v>0.0005486332</c:v>
                </c:pt>
                <c:pt idx="357">
                  <c:v>0.0004646763</c:v>
                </c:pt>
                <c:pt idx="358">
                  <c:v>0.0002690042</c:v>
                </c:pt>
                <c:pt idx="359">
                  <c:v>0.0003429311</c:v>
                </c:pt>
                <c:pt idx="360">
                  <c:v>1.684805E-05</c:v>
                </c:pt>
                <c:pt idx="361">
                  <c:v>0.000332654</c:v>
                </c:pt>
                <c:pt idx="362">
                  <c:v>0.0004122027</c:v>
                </c:pt>
                <c:pt idx="363">
                  <c:v>0.0005427082</c:v>
                </c:pt>
                <c:pt idx="364">
                  <c:v>0.0002196203</c:v>
                </c:pt>
                <c:pt idx="365">
                  <c:v>0.0001633743</c:v>
                </c:pt>
                <c:pt idx="366">
                  <c:v>0.0002474687</c:v>
                </c:pt>
                <c:pt idx="367">
                  <c:v>0.0004682302</c:v>
                </c:pt>
                <c:pt idx="368">
                  <c:v>0.0003698705</c:v>
                </c:pt>
                <c:pt idx="369">
                  <c:v>0.0004228843</c:v>
                </c:pt>
                <c:pt idx="370">
                  <c:v>0.0005079921</c:v>
                </c:pt>
                <c:pt idx="371">
                  <c:v>0.0001603726</c:v>
                </c:pt>
                <c:pt idx="372">
                  <c:v>0.0003247834</c:v>
                </c:pt>
                <c:pt idx="373">
                  <c:v>0.0006425318</c:v>
                </c:pt>
                <c:pt idx="374">
                  <c:v>0.0002538778</c:v>
                </c:pt>
                <c:pt idx="375">
                  <c:v>0.001658125</c:v>
                </c:pt>
                <c:pt idx="376">
                  <c:v>0.0005223039</c:v>
                </c:pt>
                <c:pt idx="377">
                  <c:v>8.593017E-05</c:v>
                </c:pt>
                <c:pt idx="378">
                  <c:v>0.0002334046</c:v>
                </c:pt>
                <c:pt idx="379">
                  <c:v>0.0001874716</c:v>
                </c:pt>
                <c:pt idx="380">
                  <c:v>5.628838E-05</c:v>
                </c:pt>
                <c:pt idx="381">
                  <c:v>0.0003071543</c:v>
                </c:pt>
                <c:pt idx="382">
                  <c:v>2.804163E-05</c:v>
                </c:pt>
                <c:pt idx="383">
                  <c:v>0.0002151451</c:v>
                </c:pt>
                <c:pt idx="384">
                  <c:v>9.024892E-05</c:v>
                </c:pt>
                <c:pt idx="385">
                  <c:v>0.0001059169</c:v>
                </c:pt>
                <c:pt idx="386">
                  <c:v>0.000108015</c:v>
                </c:pt>
                <c:pt idx="387">
                  <c:v>4.540366E-05</c:v>
                </c:pt>
                <c:pt idx="388">
                  <c:v>8.720825E-05</c:v>
                </c:pt>
                <c:pt idx="389">
                  <c:v>0.0001737257</c:v>
                </c:pt>
                <c:pt idx="390">
                  <c:v>0.000269164</c:v>
                </c:pt>
                <c:pt idx="391">
                  <c:v>9.217583E-05</c:v>
                </c:pt>
                <c:pt idx="392">
                  <c:v>7.131958E-07</c:v>
                </c:pt>
                <c:pt idx="393">
                  <c:v>0.0001805842</c:v>
                </c:pt>
                <c:pt idx="394">
                  <c:v>0.0002454207</c:v>
                </c:pt>
                <c:pt idx="395">
                  <c:v>0.0001437787</c:v>
                </c:pt>
                <c:pt idx="396">
                  <c:v>0.000617659</c:v>
                </c:pt>
                <c:pt idx="397">
                  <c:v>0.0003876707</c:v>
                </c:pt>
                <c:pt idx="398">
                  <c:v>0.0002828084</c:v>
                </c:pt>
                <c:pt idx="399">
                  <c:v>0.0005393474</c:v>
                </c:pt>
                <c:pt idx="400">
                  <c:v>0.0004384525</c:v>
                </c:pt>
                <c:pt idx="401">
                  <c:v>0.0003231062</c:v>
                </c:pt>
                <c:pt idx="402">
                  <c:v>0.00031868</c:v>
                </c:pt>
                <c:pt idx="403">
                  <c:v>0.0003371091</c:v>
                </c:pt>
                <c:pt idx="404">
                  <c:v>0.000662011</c:v>
                </c:pt>
                <c:pt idx="405">
                  <c:v>0.0005612267</c:v>
                </c:pt>
                <c:pt idx="406">
                  <c:v>0.0004664995</c:v>
                </c:pt>
                <c:pt idx="407">
                  <c:v>0.0007291054</c:v>
                </c:pt>
                <c:pt idx="408">
                  <c:v>0.0006944182</c:v>
                </c:pt>
                <c:pt idx="409">
                  <c:v>0.0004944489</c:v>
                </c:pt>
                <c:pt idx="410">
                  <c:v>0.0006440146</c:v>
                </c:pt>
                <c:pt idx="411">
                  <c:v>0.0006186865</c:v>
                </c:pt>
                <c:pt idx="412">
                  <c:v>0.0001216953</c:v>
                </c:pt>
                <c:pt idx="413">
                  <c:v>0.0005289143</c:v>
                </c:pt>
                <c:pt idx="414">
                  <c:v>0.000284258</c:v>
                </c:pt>
                <c:pt idx="415">
                  <c:v>0.0003288682</c:v>
                </c:pt>
                <c:pt idx="416">
                  <c:v>0.0002644998</c:v>
                </c:pt>
                <c:pt idx="417">
                  <c:v>4.626833E-05</c:v>
                </c:pt>
                <c:pt idx="418">
                  <c:v>8.007665E-05</c:v>
                </c:pt>
                <c:pt idx="419">
                  <c:v>0.0002142003</c:v>
                </c:pt>
                <c:pt idx="420">
                  <c:v>0.0003366006</c:v>
                </c:pt>
                <c:pt idx="421">
                  <c:v>0.0002105243</c:v>
                </c:pt>
                <c:pt idx="422">
                  <c:v>9.629939E-06</c:v>
                </c:pt>
                <c:pt idx="423">
                  <c:v>0.0003023351</c:v>
                </c:pt>
                <c:pt idx="424">
                  <c:v>0.000442253</c:v>
                </c:pt>
                <c:pt idx="425">
                  <c:v>0.0003727883</c:v>
                </c:pt>
                <c:pt idx="426">
                  <c:v>0.0003012999</c:v>
                </c:pt>
                <c:pt idx="427">
                  <c:v>0.0002373154</c:v>
                </c:pt>
                <c:pt idx="428">
                  <c:v>0.0008129103</c:v>
                </c:pt>
                <c:pt idx="429">
                  <c:v>0.001580412</c:v>
                </c:pt>
                <c:pt idx="430">
                  <c:v>0.002028536</c:v>
                </c:pt>
                <c:pt idx="431">
                  <c:v>0.002684236</c:v>
                </c:pt>
                <c:pt idx="432">
                  <c:v>0.004180672</c:v>
                </c:pt>
                <c:pt idx="433">
                  <c:v>0.006962691</c:v>
                </c:pt>
                <c:pt idx="434">
                  <c:v>0.006452532</c:v>
                </c:pt>
                <c:pt idx="435">
                  <c:v>0.005665987</c:v>
                </c:pt>
                <c:pt idx="436">
                  <c:v>0.009755978</c:v>
                </c:pt>
                <c:pt idx="437">
                  <c:v>0.02015243</c:v>
                </c:pt>
                <c:pt idx="438">
                  <c:v>0.04038219</c:v>
                </c:pt>
                <c:pt idx="439">
                  <c:v>0.06702637</c:v>
                </c:pt>
                <c:pt idx="440">
                  <c:v>0.1087167</c:v>
                </c:pt>
                <c:pt idx="441">
                  <c:v>0.1899861</c:v>
                </c:pt>
                <c:pt idx="442">
                  <c:v>0.3489441</c:v>
                </c:pt>
                <c:pt idx="443">
                  <c:v>0.7311348</c:v>
                </c:pt>
                <c:pt idx="444">
                  <c:v>0.3637059</c:v>
                </c:pt>
                <c:pt idx="445">
                  <c:v>0.06925163</c:v>
                </c:pt>
                <c:pt idx="446">
                  <c:v>0.02252725</c:v>
                </c:pt>
                <c:pt idx="447">
                  <c:v>0.01129604</c:v>
                </c:pt>
                <c:pt idx="448">
                  <c:v>0.006982084</c:v>
                </c:pt>
                <c:pt idx="449">
                  <c:v>0.004713374</c:v>
                </c:pt>
                <c:pt idx="450">
                  <c:v>0.0034179</c:v>
                </c:pt>
                <c:pt idx="451">
                  <c:v>0.002545361</c:v>
                </c:pt>
                <c:pt idx="452">
                  <c:v>0.001826733</c:v>
                </c:pt>
                <c:pt idx="453">
                  <c:v>0.001571595</c:v>
                </c:pt>
                <c:pt idx="454">
                  <c:v>0.0009876648</c:v>
                </c:pt>
                <c:pt idx="455">
                  <c:v>0.0009118678</c:v>
                </c:pt>
                <c:pt idx="456">
                  <c:v>0.0009015265</c:v>
                </c:pt>
                <c:pt idx="457">
                  <c:v>0.001248623</c:v>
                </c:pt>
                <c:pt idx="458">
                  <c:v>0.001233412</c:v>
                </c:pt>
                <c:pt idx="459">
                  <c:v>0.0007465687</c:v>
                </c:pt>
                <c:pt idx="460">
                  <c:v>0.0007906865</c:v>
                </c:pt>
                <c:pt idx="461">
                  <c:v>0.0005391525</c:v>
                </c:pt>
                <c:pt idx="462">
                  <c:v>9.185981E-05</c:v>
                </c:pt>
                <c:pt idx="463">
                  <c:v>0.0005662118</c:v>
                </c:pt>
                <c:pt idx="464">
                  <c:v>0.0001050285</c:v>
                </c:pt>
                <c:pt idx="465">
                  <c:v>0.0002289738</c:v>
                </c:pt>
                <c:pt idx="466">
                  <c:v>0.0003788625</c:v>
                </c:pt>
                <c:pt idx="467">
                  <c:v>0.0006085082</c:v>
                </c:pt>
                <c:pt idx="468">
                  <c:v>0.0003623765</c:v>
                </c:pt>
                <c:pt idx="469">
                  <c:v>0.0002126103</c:v>
                </c:pt>
                <c:pt idx="470">
                  <c:v>0.0004350391</c:v>
                </c:pt>
                <c:pt idx="471">
                  <c:v>0.0001177887</c:v>
                </c:pt>
                <c:pt idx="472">
                  <c:v>3.17574E-05</c:v>
                </c:pt>
                <c:pt idx="473">
                  <c:v>9.266432E-05</c:v>
                </c:pt>
                <c:pt idx="474">
                  <c:v>5.150329E-05</c:v>
                </c:pt>
                <c:pt idx="475">
                  <c:v>0.0003954528</c:v>
                </c:pt>
                <c:pt idx="476">
                  <c:v>9.769034E-05</c:v>
                </c:pt>
                <c:pt idx="477">
                  <c:v>0.0006215531</c:v>
                </c:pt>
                <c:pt idx="478">
                  <c:v>3.795698E-05</c:v>
                </c:pt>
                <c:pt idx="479">
                  <c:v>0.0002957814</c:v>
                </c:pt>
                <c:pt idx="480">
                  <c:v>0.0005347851</c:v>
                </c:pt>
                <c:pt idx="481">
                  <c:v>0.0001740971</c:v>
                </c:pt>
                <c:pt idx="482">
                  <c:v>8.905752E-05</c:v>
                </c:pt>
                <c:pt idx="483">
                  <c:v>0.0001301485</c:v>
                </c:pt>
                <c:pt idx="484">
                  <c:v>0.0002144992</c:v>
                </c:pt>
                <c:pt idx="485">
                  <c:v>0.0001556689</c:v>
                </c:pt>
                <c:pt idx="486">
                  <c:v>0.0005156313</c:v>
                </c:pt>
                <c:pt idx="487">
                  <c:v>0.0003710286</c:v>
                </c:pt>
                <c:pt idx="488">
                  <c:v>0.0001814256</c:v>
                </c:pt>
                <c:pt idx="489">
                  <c:v>0.0006875798</c:v>
                </c:pt>
                <c:pt idx="490">
                  <c:v>0.0002233785</c:v>
                </c:pt>
                <c:pt idx="491">
                  <c:v>9.553374E-05</c:v>
                </c:pt>
                <c:pt idx="492">
                  <c:v>0.0002757328</c:v>
                </c:pt>
                <c:pt idx="493">
                  <c:v>0.0001616352</c:v>
                </c:pt>
                <c:pt idx="494">
                  <c:v>0.0006681499</c:v>
                </c:pt>
                <c:pt idx="495">
                  <c:v>0.0003473698</c:v>
                </c:pt>
                <c:pt idx="496">
                  <c:v>0.0004065842</c:v>
                </c:pt>
                <c:pt idx="497">
                  <c:v>0.0004117778</c:v>
                </c:pt>
                <c:pt idx="498">
                  <c:v>0.0004875334</c:v>
                </c:pt>
                <c:pt idx="499">
                  <c:v>0.0001615964</c:v>
                </c:pt>
                <c:pt idx="500">
                  <c:v>0.0005352</c:v>
                </c:pt>
              </c:numCache>
            </c:numRef>
          </c:yVal>
        </c:ser>
        <c:ser>
          <c:idx val="2"/>
          <c:order val="2"/>
          <c:tx>
            <c:v>Gypsum R040029</c:v>
          </c:tx>
          <c:spPr>
            <a:ln xmlns:a="http://schemas.openxmlformats.org/drawingml/2006/main" w="19050">
              <a:solidFill>
                <a:srgbClr val="51806D"/>
              </a:solidFill>
              <a:prstDash val="solid"/>
            </a:ln>
          </c:spPr>
          <c:marker>
            <c:symbol val="none"/>
          </c:marker>
          <c:xVal>
            <c:numRef>
              <c:f>'Chart Data'!$E$2:$E$502</c:f>
              <c:numCache>
                <c:formatCode>General</c:formatCode>
                <c:ptCount val="501"/>
                <c:pt idx="0">
                  <c:v>200</c:v>
                </c:pt>
                <c:pt idx="1">
                  <c:v>202</c:v>
                </c:pt>
                <c:pt idx="2">
                  <c:v>204</c:v>
                </c:pt>
                <c:pt idx="3">
                  <c:v>206</c:v>
                </c:pt>
                <c:pt idx="4">
                  <c:v>208</c:v>
                </c:pt>
                <c:pt idx="5">
                  <c:v>210</c:v>
                </c:pt>
                <c:pt idx="6">
                  <c:v>212</c:v>
                </c:pt>
                <c:pt idx="7">
                  <c:v>214</c:v>
                </c:pt>
                <c:pt idx="8">
                  <c:v>216</c:v>
                </c:pt>
                <c:pt idx="9">
                  <c:v>218</c:v>
                </c:pt>
                <c:pt idx="10">
                  <c:v>220</c:v>
                </c:pt>
                <c:pt idx="11">
                  <c:v>222</c:v>
                </c:pt>
                <c:pt idx="12">
                  <c:v>224</c:v>
                </c:pt>
                <c:pt idx="13">
                  <c:v>226</c:v>
                </c:pt>
                <c:pt idx="14">
                  <c:v>228</c:v>
                </c:pt>
                <c:pt idx="15">
                  <c:v>230</c:v>
                </c:pt>
                <c:pt idx="16">
                  <c:v>232</c:v>
                </c:pt>
                <c:pt idx="17">
                  <c:v>234</c:v>
                </c:pt>
                <c:pt idx="18">
                  <c:v>236</c:v>
                </c:pt>
                <c:pt idx="19">
                  <c:v>238</c:v>
                </c:pt>
                <c:pt idx="20">
                  <c:v>240</c:v>
                </c:pt>
                <c:pt idx="21">
                  <c:v>242</c:v>
                </c:pt>
                <c:pt idx="22">
                  <c:v>244</c:v>
                </c:pt>
                <c:pt idx="23">
                  <c:v>246</c:v>
                </c:pt>
                <c:pt idx="24">
                  <c:v>248</c:v>
                </c:pt>
                <c:pt idx="25">
                  <c:v>250</c:v>
                </c:pt>
                <c:pt idx="26">
                  <c:v>252</c:v>
                </c:pt>
                <c:pt idx="27">
                  <c:v>254</c:v>
                </c:pt>
                <c:pt idx="28">
                  <c:v>256</c:v>
                </c:pt>
                <c:pt idx="29">
                  <c:v>258</c:v>
                </c:pt>
                <c:pt idx="30">
                  <c:v>260</c:v>
                </c:pt>
                <c:pt idx="31">
                  <c:v>262</c:v>
                </c:pt>
                <c:pt idx="32">
                  <c:v>264</c:v>
                </c:pt>
                <c:pt idx="33">
                  <c:v>266</c:v>
                </c:pt>
                <c:pt idx="34">
                  <c:v>268</c:v>
                </c:pt>
                <c:pt idx="35">
                  <c:v>270</c:v>
                </c:pt>
                <c:pt idx="36">
                  <c:v>272</c:v>
                </c:pt>
                <c:pt idx="37">
                  <c:v>274</c:v>
                </c:pt>
                <c:pt idx="38">
                  <c:v>276</c:v>
                </c:pt>
                <c:pt idx="39">
                  <c:v>278</c:v>
                </c:pt>
                <c:pt idx="40">
                  <c:v>280</c:v>
                </c:pt>
                <c:pt idx="41">
                  <c:v>282</c:v>
                </c:pt>
                <c:pt idx="42">
                  <c:v>284</c:v>
                </c:pt>
                <c:pt idx="43">
                  <c:v>286</c:v>
                </c:pt>
                <c:pt idx="44">
                  <c:v>288</c:v>
                </c:pt>
                <c:pt idx="45">
                  <c:v>290</c:v>
                </c:pt>
                <c:pt idx="46">
                  <c:v>292</c:v>
                </c:pt>
                <c:pt idx="47">
                  <c:v>294</c:v>
                </c:pt>
                <c:pt idx="48">
                  <c:v>296</c:v>
                </c:pt>
                <c:pt idx="49">
                  <c:v>298</c:v>
                </c:pt>
                <c:pt idx="50">
                  <c:v>300</c:v>
                </c:pt>
                <c:pt idx="51">
                  <c:v>302</c:v>
                </c:pt>
                <c:pt idx="52">
                  <c:v>304</c:v>
                </c:pt>
                <c:pt idx="53">
                  <c:v>306</c:v>
                </c:pt>
                <c:pt idx="54">
                  <c:v>308</c:v>
                </c:pt>
                <c:pt idx="55">
                  <c:v>310</c:v>
                </c:pt>
                <c:pt idx="56">
                  <c:v>312</c:v>
                </c:pt>
                <c:pt idx="57">
                  <c:v>314</c:v>
                </c:pt>
                <c:pt idx="58">
                  <c:v>316</c:v>
                </c:pt>
                <c:pt idx="59">
                  <c:v>318</c:v>
                </c:pt>
                <c:pt idx="60">
                  <c:v>320</c:v>
                </c:pt>
                <c:pt idx="61">
                  <c:v>322</c:v>
                </c:pt>
                <c:pt idx="62">
                  <c:v>324</c:v>
                </c:pt>
                <c:pt idx="63">
                  <c:v>326</c:v>
                </c:pt>
                <c:pt idx="64">
                  <c:v>328</c:v>
                </c:pt>
                <c:pt idx="65">
                  <c:v>330</c:v>
                </c:pt>
                <c:pt idx="66">
                  <c:v>332</c:v>
                </c:pt>
                <c:pt idx="67">
                  <c:v>334</c:v>
                </c:pt>
                <c:pt idx="68">
                  <c:v>336</c:v>
                </c:pt>
                <c:pt idx="69">
                  <c:v>338</c:v>
                </c:pt>
                <c:pt idx="70">
                  <c:v>340</c:v>
                </c:pt>
                <c:pt idx="71">
                  <c:v>342</c:v>
                </c:pt>
                <c:pt idx="72">
                  <c:v>344</c:v>
                </c:pt>
                <c:pt idx="73">
                  <c:v>346</c:v>
                </c:pt>
                <c:pt idx="74">
                  <c:v>348</c:v>
                </c:pt>
                <c:pt idx="75">
                  <c:v>350</c:v>
                </c:pt>
                <c:pt idx="76">
                  <c:v>352</c:v>
                </c:pt>
                <c:pt idx="77">
                  <c:v>354</c:v>
                </c:pt>
                <c:pt idx="78">
                  <c:v>356</c:v>
                </c:pt>
                <c:pt idx="79">
                  <c:v>358</c:v>
                </c:pt>
                <c:pt idx="80">
                  <c:v>360</c:v>
                </c:pt>
                <c:pt idx="81">
                  <c:v>362</c:v>
                </c:pt>
                <c:pt idx="82">
                  <c:v>364</c:v>
                </c:pt>
                <c:pt idx="83">
                  <c:v>366</c:v>
                </c:pt>
                <c:pt idx="84">
                  <c:v>368</c:v>
                </c:pt>
                <c:pt idx="85">
                  <c:v>370</c:v>
                </c:pt>
                <c:pt idx="86">
                  <c:v>372</c:v>
                </c:pt>
                <c:pt idx="87">
                  <c:v>374</c:v>
                </c:pt>
                <c:pt idx="88">
                  <c:v>376</c:v>
                </c:pt>
                <c:pt idx="89">
                  <c:v>378</c:v>
                </c:pt>
                <c:pt idx="90">
                  <c:v>380</c:v>
                </c:pt>
                <c:pt idx="91">
                  <c:v>382</c:v>
                </c:pt>
                <c:pt idx="92">
                  <c:v>384</c:v>
                </c:pt>
                <c:pt idx="93">
                  <c:v>386</c:v>
                </c:pt>
                <c:pt idx="94">
                  <c:v>388</c:v>
                </c:pt>
                <c:pt idx="95">
                  <c:v>390</c:v>
                </c:pt>
                <c:pt idx="96">
                  <c:v>392</c:v>
                </c:pt>
                <c:pt idx="97">
                  <c:v>394</c:v>
                </c:pt>
                <c:pt idx="98">
                  <c:v>396</c:v>
                </c:pt>
                <c:pt idx="99">
                  <c:v>398</c:v>
                </c:pt>
                <c:pt idx="100">
                  <c:v>400</c:v>
                </c:pt>
                <c:pt idx="101">
                  <c:v>402</c:v>
                </c:pt>
                <c:pt idx="102">
                  <c:v>404</c:v>
                </c:pt>
                <c:pt idx="103">
                  <c:v>406</c:v>
                </c:pt>
                <c:pt idx="104">
                  <c:v>408</c:v>
                </c:pt>
                <c:pt idx="105">
                  <c:v>410</c:v>
                </c:pt>
                <c:pt idx="106">
                  <c:v>412</c:v>
                </c:pt>
                <c:pt idx="107">
                  <c:v>414</c:v>
                </c:pt>
                <c:pt idx="108">
                  <c:v>416</c:v>
                </c:pt>
                <c:pt idx="109">
                  <c:v>418</c:v>
                </c:pt>
                <c:pt idx="110">
                  <c:v>420</c:v>
                </c:pt>
                <c:pt idx="111">
                  <c:v>422</c:v>
                </c:pt>
                <c:pt idx="112">
                  <c:v>424</c:v>
                </c:pt>
                <c:pt idx="113">
                  <c:v>426</c:v>
                </c:pt>
                <c:pt idx="114">
                  <c:v>428</c:v>
                </c:pt>
                <c:pt idx="115">
                  <c:v>430</c:v>
                </c:pt>
                <c:pt idx="116">
                  <c:v>432</c:v>
                </c:pt>
                <c:pt idx="117">
                  <c:v>434</c:v>
                </c:pt>
                <c:pt idx="118">
                  <c:v>436</c:v>
                </c:pt>
                <c:pt idx="119">
                  <c:v>438</c:v>
                </c:pt>
                <c:pt idx="120">
                  <c:v>440</c:v>
                </c:pt>
                <c:pt idx="121">
                  <c:v>442</c:v>
                </c:pt>
                <c:pt idx="122">
                  <c:v>444</c:v>
                </c:pt>
                <c:pt idx="123">
                  <c:v>446</c:v>
                </c:pt>
                <c:pt idx="124">
                  <c:v>448</c:v>
                </c:pt>
                <c:pt idx="125">
                  <c:v>450</c:v>
                </c:pt>
                <c:pt idx="126">
                  <c:v>452</c:v>
                </c:pt>
                <c:pt idx="127">
                  <c:v>454</c:v>
                </c:pt>
                <c:pt idx="128">
                  <c:v>456</c:v>
                </c:pt>
                <c:pt idx="129">
                  <c:v>458</c:v>
                </c:pt>
                <c:pt idx="130">
                  <c:v>460</c:v>
                </c:pt>
                <c:pt idx="131">
                  <c:v>462</c:v>
                </c:pt>
                <c:pt idx="132">
                  <c:v>464</c:v>
                </c:pt>
                <c:pt idx="133">
                  <c:v>466</c:v>
                </c:pt>
                <c:pt idx="134">
                  <c:v>468</c:v>
                </c:pt>
                <c:pt idx="135">
                  <c:v>470</c:v>
                </c:pt>
                <c:pt idx="136">
                  <c:v>472</c:v>
                </c:pt>
                <c:pt idx="137">
                  <c:v>474</c:v>
                </c:pt>
                <c:pt idx="138">
                  <c:v>476</c:v>
                </c:pt>
                <c:pt idx="139">
                  <c:v>478</c:v>
                </c:pt>
                <c:pt idx="140">
                  <c:v>480</c:v>
                </c:pt>
                <c:pt idx="141">
                  <c:v>482</c:v>
                </c:pt>
                <c:pt idx="142">
                  <c:v>484</c:v>
                </c:pt>
                <c:pt idx="143">
                  <c:v>486</c:v>
                </c:pt>
                <c:pt idx="144">
                  <c:v>488</c:v>
                </c:pt>
                <c:pt idx="145">
                  <c:v>490</c:v>
                </c:pt>
                <c:pt idx="146">
                  <c:v>492</c:v>
                </c:pt>
                <c:pt idx="147">
                  <c:v>494</c:v>
                </c:pt>
                <c:pt idx="148">
                  <c:v>496</c:v>
                </c:pt>
                <c:pt idx="149">
                  <c:v>498</c:v>
                </c:pt>
                <c:pt idx="150">
                  <c:v>500</c:v>
                </c:pt>
                <c:pt idx="151">
                  <c:v>502</c:v>
                </c:pt>
                <c:pt idx="152">
                  <c:v>504</c:v>
                </c:pt>
                <c:pt idx="153">
                  <c:v>506</c:v>
                </c:pt>
                <c:pt idx="154">
                  <c:v>508</c:v>
                </c:pt>
                <c:pt idx="155">
                  <c:v>510</c:v>
                </c:pt>
                <c:pt idx="156">
                  <c:v>512</c:v>
                </c:pt>
                <c:pt idx="157">
                  <c:v>514</c:v>
                </c:pt>
                <c:pt idx="158">
                  <c:v>516</c:v>
                </c:pt>
                <c:pt idx="159">
                  <c:v>518</c:v>
                </c:pt>
                <c:pt idx="160">
                  <c:v>520</c:v>
                </c:pt>
                <c:pt idx="161">
                  <c:v>522</c:v>
                </c:pt>
                <c:pt idx="162">
                  <c:v>524</c:v>
                </c:pt>
                <c:pt idx="163">
                  <c:v>526</c:v>
                </c:pt>
                <c:pt idx="164">
                  <c:v>528</c:v>
                </c:pt>
                <c:pt idx="165">
                  <c:v>530</c:v>
                </c:pt>
                <c:pt idx="166">
                  <c:v>532</c:v>
                </c:pt>
                <c:pt idx="167">
                  <c:v>534</c:v>
                </c:pt>
                <c:pt idx="168">
                  <c:v>536</c:v>
                </c:pt>
                <c:pt idx="169">
                  <c:v>538</c:v>
                </c:pt>
                <c:pt idx="170">
                  <c:v>540</c:v>
                </c:pt>
                <c:pt idx="171">
                  <c:v>542</c:v>
                </c:pt>
                <c:pt idx="172">
                  <c:v>544</c:v>
                </c:pt>
                <c:pt idx="173">
                  <c:v>546</c:v>
                </c:pt>
                <c:pt idx="174">
                  <c:v>548</c:v>
                </c:pt>
                <c:pt idx="175">
                  <c:v>550</c:v>
                </c:pt>
                <c:pt idx="176">
                  <c:v>552</c:v>
                </c:pt>
                <c:pt idx="177">
                  <c:v>554</c:v>
                </c:pt>
                <c:pt idx="178">
                  <c:v>556</c:v>
                </c:pt>
                <c:pt idx="179">
                  <c:v>558</c:v>
                </c:pt>
                <c:pt idx="180">
                  <c:v>560</c:v>
                </c:pt>
                <c:pt idx="181">
                  <c:v>562</c:v>
                </c:pt>
                <c:pt idx="182">
                  <c:v>564</c:v>
                </c:pt>
                <c:pt idx="183">
                  <c:v>566</c:v>
                </c:pt>
                <c:pt idx="184">
                  <c:v>568</c:v>
                </c:pt>
                <c:pt idx="185">
                  <c:v>570</c:v>
                </c:pt>
                <c:pt idx="186">
                  <c:v>572</c:v>
                </c:pt>
                <c:pt idx="187">
                  <c:v>574</c:v>
                </c:pt>
                <c:pt idx="188">
                  <c:v>576</c:v>
                </c:pt>
                <c:pt idx="189">
                  <c:v>578</c:v>
                </c:pt>
                <c:pt idx="190">
                  <c:v>580</c:v>
                </c:pt>
                <c:pt idx="191">
                  <c:v>582</c:v>
                </c:pt>
                <c:pt idx="192">
                  <c:v>584</c:v>
                </c:pt>
                <c:pt idx="193">
                  <c:v>586</c:v>
                </c:pt>
                <c:pt idx="194">
                  <c:v>588</c:v>
                </c:pt>
                <c:pt idx="195">
                  <c:v>590</c:v>
                </c:pt>
                <c:pt idx="196">
                  <c:v>592</c:v>
                </c:pt>
                <c:pt idx="197">
                  <c:v>594</c:v>
                </c:pt>
                <c:pt idx="198">
                  <c:v>596</c:v>
                </c:pt>
                <c:pt idx="199">
                  <c:v>598</c:v>
                </c:pt>
                <c:pt idx="200">
                  <c:v>600</c:v>
                </c:pt>
                <c:pt idx="201">
                  <c:v>602</c:v>
                </c:pt>
                <c:pt idx="202">
                  <c:v>604</c:v>
                </c:pt>
                <c:pt idx="203">
                  <c:v>606</c:v>
                </c:pt>
                <c:pt idx="204">
                  <c:v>608</c:v>
                </c:pt>
                <c:pt idx="205">
                  <c:v>610</c:v>
                </c:pt>
                <c:pt idx="206">
                  <c:v>612</c:v>
                </c:pt>
                <c:pt idx="207">
                  <c:v>614</c:v>
                </c:pt>
                <c:pt idx="208">
                  <c:v>616</c:v>
                </c:pt>
                <c:pt idx="209">
                  <c:v>618</c:v>
                </c:pt>
                <c:pt idx="210">
                  <c:v>620</c:v>
                </c:pt>
                <c:pt idx="211">
                  <c:v>622</c:v>
                </c:pt>
                <c:pt idx="212">
                  <c:v>624</c:v>
                </c:pt>
                <c:pt idx="213">
                  <c:v>626</c:v>
                </c:pt>
                <c:pt idx="214">
                  <c:v>628</c:v>
                </c:pt>
                <c:pt idx="215">
                  <c:v>630</c:v>
                </c:pt>
                <c:pt idx="216">
                  <c:v>632</c:v>
                </c:pt>
                <c:pt idx="217">
                  <c:v>634</c:v>
                </c:pt>
                <c:pt idx="218">
                  <c:v>636</c:v>
                </c:pt>
                <c:pt idx="219">
                  <c:v>638</c:v>
                </c:pt>
                <c:pt idx="220">
                  <c:v>640</c:v>
                </c:pt>
                <c:pt idx="221">
                  <c:v>642</c:v>
                </c:pt>
                <c:pt idx="222">
                  <c:v>644</c:v>
                </c:pt>
                <c:pt idx="223">
                  <c:v>646</c:v>
                </c:pt>
                <c:pt idx="224">
                  <c:v>648</c:v>
                </c:pt>
                <c:pt idx="225">
                  <c:v>650</c:v>
                </c:pt>
                <c:pt idx="226">
                  <c:v>652</c:v>
                </c:pt>
                <c:pt idx="227">
                  <c:v>654</c:v>
                </c:pt>
                <c:pt idx="228">
                  <c:v>656</c:v>
                </c:pt>
                <c:pt idx="229">
                  <c:v>658</c:v>
                </c:pt>
                <c:pt idx="230">
                  <c:v>660</c:v>
                </c:pt>
                <c:pt idx="231">
                  <c:v>662</c:v>
                </c:pt>
                <c:pt idx="232">
                  <c:v>664</c:v>
                </c:pt>
                <c:pt idx="233">
                  <c:v>666</c:v>
                </c:pt>
                <c:pt idx="234">
                  <c:v>668</c:v>
                </c:pt>
                <c:pt idx="235">
                  <c:v>670</c:v>
                </c:pt>
                <c:pt idx="236">
                  <c:v>672</c:v>
                </c:pt>
                <c:pt idx="237">
                  <c:v>674</c:v>
                </c:pt>
                <c:pt idx="238">
                  <c:v>676</c:v>
                </c:pt>
                <c:pt idx="239">
                  <c:v>678</c:v>
                </c:pt>
                <c:pt idx="240">
                  <c:v>680</c:v>
                </c:pt>
                <c:pt idx="241">
                  <c:v>682</c:v>
                </c:pt>
                <c:pt idx="242">
                  <c:v>684</c:v>
                </c:pt>
                <c:pt idx="243">
                  <c:v>686</c:v>
                </c:pt>
                <c:pt idx="244">
                  <c:v>688</c:v>
                </c:pt>
                <c:pt idx="245">
                  <c:v>690</c:v>
                </c:pt>
                <c:pt idx="246">
                  <c:v>692</c:v>
                </c:pt>
                <c:pt idx="247">
                  <c:v>694</c:v>
                </c:pt>
                <c:pt idx="248">
                  <c:v>696</c:v>
                </c:pt>
                <c:pt idx="249">
                  <c:v>698</c:v>
                </c:pt>
                <c:pt idx="250">
                  <c:v>700</c:v>
                </c:pt>
                <c:pt idx="251">
                  <c:v>702</c:v>
                </c:pt>
                <c:pt idx="252">
                  <c:v>704</c:v>
                </c:pt>
                <c:pt idx="253">
                  <c:v>706</c:v>
                </c:pt>
                <c:pt idx="254">
                  <c:v>708</c:v>
                </c:pt>
                <c:pt idx="255">
                  <c:v>710</c:v>
                </c:pt>
                <c:pt idx="256">
                  <c:v>712</c:v>
                </c:pt>
                <c:pt idx="257">
                  <c:v>714</c:v>
                </c:pt>
                <c:pt idx="258">
                  <c:v>716</c:v>
                </c:pt>
                <c:pt idx="259">
                  <c:v>718</c:v>
                </c:pt>
                <c:pt idx="260">
                  <c:v>720</c:v>
                </c:pt>
                <c:pt idx="261">
                  <c:v>722</c:v>
                </c:pt>
                <c:pt idx="262">
                  <c:v>724</c:v>
                </c:pt>
                <c:pt idx="263">
                  <c:v>726</c:v>
                </c:pt>
                <c:pt idx="264">
                  <c:v>728</c:v>
                </c:pt>
                <c:pt idx="265">
                  <c:v>730</c:v>
                </c:pt>
                <c:pt idx="266">
                  <c:v>732</c:v>
                </c:pt>
                <c:pt idx="267">
                  <c:v>734</c:v>
                </c:pt>
                <c:pt idx="268">
                  <c:v>736</c:v>
                </c:pt>
                <c:pt idx="269">
                  <c:v>738</c:v>
                </c:pt>
                <c:pt idx="270">
                  <c:v>740</c:v>
                </c:pt>
                <c:pt idx="271">
                  <c:v>742</c:v>
                </c:pt>
                <c:pt idx="272">
                  <c:v>744</c:v>
                </c:pt>
                <c:pt idx="273">
                  <c:v>746</c:v>
                </c:pt>
                <c:pt idx="274">
                  <c:v>748</c:v>
                </c:pt>
                <c:pt idx="275">
                  <c:v>750</c:v>
                </c:pt>
                <c:pt idx="276">
                  <c:v>752</c:v>
                </c:pt>
                <c:pt idx="277">
                  <c:v>754</c:v>
                </c:pt>
                <c:pt idx="278">
                  <c:v>756</c:v>
                </c:pt>
                <c:pt idx="279">
                  <c:v>758</c:v>
                </c:pt>
                <c:pt idx="280">
                  <c:v>760</c:v>
                </c:pt>
                <c:pt idx="281">
                  <c:v>762</c:v>
                </c:pt>
                <c:pt idx="282">
                  <c:v>764</c:v>
                </c:pt>
                <c:pt idx="283">
                  <c:v>766</c:v>
                </c:pt>
                <c:pt idx="284">
                  <c:v>768</c:v>
                </c:pt>
                <c:pt idx="285">
                  <c:v>770</c:v>
                </c:pt>
                <c:pt idx="286">
                  <c:v>772</c:v>
                </c:pt>
                <c:pt idx="287">
                  <c:v>774</c:v>
                </c:pt>
                <c:pt idx="288">
                  <c:v>776</c:v>
                </c:pt>
                <c:pt idx="289">
                  <c:v>778</c:v>
                </c:pt>
                <c:pt idx="290">
                  <c:v>780</c:v>
                </c:pt>
                <c:pt idx="291">
                  <c:v>782</c:v>
                </c:pt>
                <c:pt idx="292">
                  <c:v>784</c:v>
                </c:pt>
                <c:pt idx="293">
                  <c:v>786</c:v>
                </c:pt>
                <c:pt idx="294">
                  <c:v>788</c:v>
                </c:pt>
                <c:pt idx="295">
                  <c:v>790</c:v>
                </c:pt>
                <c:pt idx="296">
                  <c:v>792</c:v>
                </c:pt>
                <c:pt idx="297">
                  <c:v>794</c:v>
                </c:pt>
                <c:pt idx="298">
                  <c:v>796</c:v>
                </c:pt>
                <c:pt idx="299">
                  <c:v>798</c:v>
                </c:pt>
                <c:pt idx="300">
                  <c:v>800</c:v>
                </c:pt>
                <c:pt idx="301">
                  <c:v>802</c:v>
                </c:pt>
                <c:pt idx="302">
                  <c:v>804</c:v>
                </c:pt>
                <c:pt idx="303">
                  <c:v>806</c:v>
                </c:pt>
                <c:pt idx="304">
                  <c:v>808</c:v>
                </c:pt>
                <c:pt idx="305">
                  <c:v>810</c:v>
                </c:pt>
                <c:pt idx="306">
                  <c:v>812</c:v>
                </c:pt>
                <c:pt idx="307">
                  <c:v>814</c:v>
                </c:pt>
                <c:pt idx="308">
                  <c:v>816</c:v>
                </c:pt>
                <c:pt idx="309">
                  <c:v>818</c:v>
                </c:pt>
                <c:pt idx="310">
                  <c:v>820</c:v>
                </c:pt>
                <c:pt idx="311">
                  <c:v>822</c:v>
                </c:pt>
                <c:pt idx="312">
                  <c:v>824</c:v>
                </c:pt>
                <c:pt idx="313">
                  <c:v>826</c:v>
                </c:pt>
                <c:pt idx="314">
                  <c:v>828</c:v>
                </c:pt>
                <c:pt idx="315">
                  <c:v>830</c:v>
                </c:pt>
                <c:pt idx="316">
                  <c:v>832</c:v>
                </c:pt>
                <c:pt idx="317">
                  <c:v>834</c:v>
                </c:pt>
                <c:pt idx="318">
                  <c:v>836</c:v>
                </c:pt>
                <c:pt idx="319">
                  <c:v>838</c:v>
                </c:pt>
                <c:pt idx="320">
                  <c:v>840</c:v>
                </c:pt>
                <c:pt idx="321">
                  <c:v>842</c:v>
                </c:pt>
                <c:pt idx="322">
                  <c:v>844</c:v>
                </c:pt>
                <c:pt idx="323">
                  <c:v>846</c:v>
                </c:pt>
                <c:pt idx="324">
                  <c:v>848</c:v>
                </c:pt>
                <c:pt idx="325">
                  <c:v>850</c:v>
                </c:pt>
                <c:pt idx="326">
                  <c:v>852</c:v>
                </c:pt>
                <c:pt idx="327">
                  <c:v>854</c:v>
                </c:pt>
                <c:pt idx="328">
                  <c:v>856</c:v>
                </c:pt>
                <c:pt idx="329">
                  <c:v>858</c:v>
                </c:pt>
                <c:pt idx="330">
                  <c:v>860</c:v>
                </c:pt>
                <c:pt idx="331">
                  <c:v>862</c:v>
                </c:pt>
                <c:pt idx="332">
                  <c:v>864</c:v>
                </c:pt>
                <c:pt idx="333">
                  <c:v>866</c:v>
                </c:pt>
                <c:pt idx="334">
                  <c:v>868</c:v>
                </c:pt>
                <c:pt idx="335">
                  <c:v>870</c:v>
                </c:pt>
                <c:pt idx="336">
                  <c:v>872</c:v>
                </c:pt>
                <c:pt idx="337">
                  <c:v>874</c:v>
                </c:pt>
                <c:pt idx="338">
                  <c:v>876</c:v>
                </c:pt>
                <c:pt idx="339">
                  <c:v>878</c:v>
                </c:pt>
                <c:pt idx="340">
                  <c:v>880</c:v>
                </c:pt>
                <c:pt idx="341">
                  <c:v>882</c:v>
                </c:pt>
                <c:pt idx="342">
                  <c:v>884</c:v>
                </c:pt>
                <c:pt idx="343">
                  <c:v>886</c:v>
                </c:pt>
                <c:pt idx="344">
                  <c:v>888</c:v>
                </c:pt>
                <c:pt idx="345">
                  <c:v>890</c:v>
                </c:pt>
                <c:pt idx="346">
                  <c:v>892</c:v>
                </c:pt>
                <c:pt idx="347">
                  <c:v>894</c:v>
                </c:pt>
                <c:pt idx="348">
                  <c:v>896</c:v>
                </c:pt>
                <c:pt idx="349">
                  <c:v>898</c:v>
                </c:pt>
                <c:pt idx="350">
                  <c:v>900</c:v>
                </c:pt>
                <c:pt idx="351">
                  <c:v>902</c:v>
                </c:pt>
                <c:pt idx="352">
                  <c:v>904</c:v>
                </c:pt>
                <c:pt idx="353">
                  <c:v>906</c:v>
                </c:pt>
                <c:pt idx="354">
                  <c:v>908</c:v>
                </c:pt>
                <c:pt idx="355">
                  <c:v>910</c:v>
                </c:pt>
                <c:pt idx="356">
                  <c:v>912</c:v>
                </c:pt>
                <c:pt idx="357">
                  <c:v>914</c:v>
                </c:pt>
                <c:pt idx="358">
                  <c:v>916</c:v>
                </c:pt>
                <c:pt idx="359">
                  <c:v>918</c:v>
                </c:pt>
                <c:pt idx="360">
                  <c:v>920</c:v>
                </c:pt>
                <c:pt idx="361">
                  <c:v>922</c:v>
                </c:pt>
                <c:pt idx="362">
                  <c:v>924</c:v>
                </c:pt>
                <c:pt idx="363">
                  <c:v>926</c:v>
                </c:pt>
                <c:pt idx="364">
                  <c:v>928</c:v>
                </c:pt>
                <c:pt idx="365">
                  <c:v>930</c:v>
                </c:pt>
                <c:pt idx="366">
                  <c:v>932</c:v>
                </c:pt>
                <c:pt idx="367">
                  <c:v>934</c:v>
                </c:pt>
                <c:pt idx="368">
                  <c:v>936</c:v>
                </c:pt>
                <c:pt idx="369">
                  <c:v>938</c:v>
                </c:pt>
                <c:pt idx="370">
                  <c:v>940</c:v>
                </c:pt>
                <c:pt idx="371">
                  <c:v>942</c:v>
                </c:pt>
                <c:pt idx="372">
                  <c:v>944</c:v>
                </c:pt>
                <c:pt idx="373">
                  <c:v>946</c:v>
                </c:pt>
                <c:pt idx="374">
                  <c:v>948</c:v>
                </c:pt>
                <c:pt idx="375">
                  <c:v>950</c:v>
                </c:pt>
                <c:pt idx="376">
                  <c:v>952</c:v>
                </c:pt>
                <c:pt idx="377">
                  <c:v>954</c:v>
                </c:pt>
                <c:pt idx="378">
                  <c:v>956</c:v>
                </c:pt>
                <c:pt idx="379">
                  <c:v>958</c:v>
                </c:pt>
                <c:pt idx="380">
                  <c:v>960</c:v>
                </c:pt>
                <c:pt idx="381">
                  <c:v>962</c:v>
                </c:pt>
                <c:pt idx="382">
                  <c:v>964</c:v>
                </c:pt>
                <c:pt idx="383">
                  <c:v>966</c:v>
                </c:pt>
                <c:pt idx="384">
                  <c:v>968</c:v>
                </c:pt>
                <c:pt idx="385">
                  <c:v>970</c:v>
                </c:pt>
                <c:pt idx="386">
                  <c:v>972</c:v>
                </c:pt>
                <c:pt idx="387">
                  <c:v>974</c:v>
                </c:pt>
                <c:pt idx="388">
                  <c:v>976</c:v>
                </c:pt>
                <c:pt idx="389">
                  <c:v>978</c:v>
                </c:pt>
                <c:pt idx="390">
                  <c:v>980</c:v>
                </c:pt>
                <c:pt idx="391">
                  <c:v>982</c:v>
                </c:pt>
                <c:pt idx="392">
                  <c:v>984</c:v>
                </c:pt>
                <c:pt idx="393">
                  <c:v>986</c:v>
                </c:pt>
                <c:pt idx="394">
                  <c:v>988</c:v>
                </c:pt>
                <c:pt idx="395">
                  <c:v>990</c:v>
                </c:pt>
                <c:pt idx="396">
                  <c:v>992</c:v>
                </c:pt>
                <c:pt idx="397">
                  <c:v>994</c:v>
                </c:pt>
                <c:pt idx="398">
                  <c:v>996</c:v>
                </c:pt>
                <c:pt idx="399">
                  <c:v>998</c:v>
                </c:pt>
                <c:pt idx="400">
                  <c:v>1000</c:v>
                </c:pt>
                <c:pt idx="401">
                  <c:v>1002</c:v>
                </c:pt>
                <c:pt idx="402">
                  <c:v>1004</c:v>
                </c:pt>
                <c:pt idx="403">
                  <c:v>1006</c:v>
                </c:pt>
                <c:pt idx="404">
                  <c:v>1008</c:v>
                </c:pt>
                <c:pt idx="405">
                  <c:v>1010</c:v>
                </c:pt>
                <c:pt idx="406">
                  <c:v>1012</c:v>
                </c:pt>
                <c:pt idx="407">
                  <c:v>1014</c:v>
                </c:pt>
                <c:pt idx="408">
                  <c:v>1016</c:v>
                </c:pt>
                <c:pt idx="409">
                  <c:v>1018</c:v>
                </c:pt>
                <c:pt idx="410">
                  <c:v>1020</c:v>
                </c:pt>
                <c:pt idx="411">
                  <c:v>1022</c:v>
                </c:pt>
                <c:pt idx="412">
                  <c:v>1024</c:v>
                </c:pt>
                <c:pt idx="413">
                  <c:v>1026</c:v>
                </c:pt>
                <c:pt idx="414">
                  <c:v>1028</c:v>
                </c:pt>
                <c:pt idx="415">
                  <c:v>1030</c:v>
                </c:pt>
                <c:pt idx="416">
                  <c:v>1032</c:v>
                </c:pt>
                <c:pt idx="417">
                  <c:v>1034</c:v>
                </c:pt>
                <c:pt idx="418">
                  <c:v>1036</c:v>
                </c:pt>
                <c:pt idx="419">
                  <c:v>1038</c:v>
                </c:pt>
                <c:pt idx="420">
                  <c:v>1040</c:v>
                </c:pt>
                <c:pt idx="421">
                  <c:v>1042</c:v>
                </c:pt>
                <c:pt idx="422">
                  <c:v>1044</c:v>
                </c:pt>
                <c:pt idx="423">
                  <c:v>1046</c:v>
                </c:pt>
                <c:pt idx="424">
                  <c:v>1048</c:v>
                </c:pt>
                <c:pt idx="425">
                  <c:v>1050</c:v>
                </c:pt>
                <c:pt idx="426">
                  <c:v>1052</c:v>
                </c:pt>
                <c:pt idx="427">
                  <c:v>1054</c:v>
                </c:pt>
                <c:pt idx="428">
                  <c:v>1056</c:v>
                </c:pt>
                <c:pt idx="429">
                  <c:v>1058</c:v>
                </c:pt>
                <c:pt idx="430">
                  <c:v>1060</c:v>
                </c:pt>
                <c:pt idx="431">
                  <c:v>1062</c:v>
                </c:pt>
                <c:pt idx="432">
                  <c:v>1064</c:v>
                </c:pt>
                <c:pt idx="433">
                  <c:v>1066</c:v>
                </c:pt>
                <c:pt idx="434">
                  <c:v>1068</c:v>
                </c:pt>
                <c:pt idx="435">
                  <c:v>1070</c:v>
                </c:pt>
                <c:pt idx="436">
                  <c:v>1072</c:v>
                </c:pt>
                <c:pt idx="437">
                  <c:v>1074</c:v>
                </c:pt>
                <c:pt idx="438">
                  <c:v>1076</c:v>
                </c:pt>
                <c:pt idx="439">
                  <c:v>1078</c:v>
                </c:pt>
                <c:pt idx="440">
                  <c:v>1080</c:v>
                </c:pt>
                <c:pt idx="441">
                  <c:v>1082</c:v>
                </c:pt>
                <c:pt idx="442">
                  <c:v>1084</c:v>
                </c:pt>
                <c:pt idx="443">
                  <c:v>1086</c:v>
                </c:pt>
                <c:pt idx="444">
                  <c:v>1088</c:v>
                </c:pt>
                <c:pt idx="445">
                  <c:v>1090</c:v>
                </c:pt>
                <c:pt idx="446">
                  <c:v>1092</c:v>
                </c:pt>
                <c:pt idx="447">
                  <c:v>1094</c:v>
                </c:pt>
                <c:pt idx="448">
                  <c:v>1096</c:v>
                </c:pt>
                <c:pt idx="449">
                  <c:v>1098</c:v>
                </c:pt>
                <c:pt idx="450">
                  <c:v>1100</c:v>
                </c:pt>
                <c:pt idx="451">
                  <c:v>1102</c:v>
                </c:pt>
                <c:pt idx="452">
                  <c:v>1104</c:v>
                </c:pt>
                <c:pt idx="453">
                  <c:v>1106</c:v>
                </c:pt>
                <c:pt idx="454">
                  <c:v>1108</c:v>
                </c:pt>
                <c:pt idx="455">
                  <c:v>1110</c:v>
                </c:pt>
                <c:pt idx="456">
                  <c:v>1112</c:v>
                </c:pt>
                <c:pt idx="457">
                  <c:v>1114</c:v>
                </c:pt>
                <c:pt idx="458">
                  <c:v>1116</c:v>
                </c:pt>
                <c:pt idx="459">
                  <c:v>1118</c:v>
                </c:pt>
                <c:pt idx="460">
                  <c:v>1120</c:v>
                </c:pt>
                <c:pt idx="461">
                  <c:v>1122</c:v>
                </c:pt>
                <c:pt idx="462">
                  <c:v>1124</c:v>
                </c:pt>
                <c:pt idx="463">
                  <c:v>1126</c:v>
                </c:pt>
                <c:pt idx="464">
                  <c:v>1128</c:v>
                </c:pt>
                <c:pt idx="465">
                  <c:v>1130</c:v>
                </c:pt>
                <c:pt idx="466">
                  <c:v>1132</c:v>
                </c:pt>
                <c:pt idx="467">
                  <c:v>1134</c:v>
                </c:pt>
                <c:pt idx="468">
                  <c:v>1136</c:v>
                </c:pt>
                <c:pt idx="469">
                  <c:v>1138</c:v>
                </c:pt>
                <c:pt idx="470">
                  <c:v>1140</c:v>
                </c:pt>
                <c:pt idx="471">
                  <c:v>1142</c:v>
                </c:pt>
                <c:pt idx="472">
                  <c:v>1144</c:v>
                </c:pt>
                <c:pt idx="473">
                  <c:v>1146</c:v>
                </c:pt>
                <c:pt idx="474">
                  <c:v>1148</c:v>
                </c:pt>
                <c:pt idx="475">
                  <c:v>1150</c:v>
                </c:pt>
                <c:pt idx="476">
                  <c:v>1152</c:v>
                </c:pt>
                <c:pt idx="477">
                  <c:v>1154</c:v>
                </c:pt>
                <c:pt idx="478">
                  <c:v>1156</c:v>
                </c:pt>
                <c:pt idx="479">
                  <c:v>1158</c:v>
                </c:pt>
                <c:pt idx="480">
                  <c:v>1160</c:v>
                </c:pt>
                <c:pt idx="481">
                  <c:v>1162</c:v>
                </c:pt>
                <c:pt idx="482">
                  <c:v>1164</c:v>
                </c:pt>
                <c:pt idx="483">
                  <c:v>1166</c:v>
                </c:pt>
                <c:pt idx="484">
                  <c:v>1168</c:v>
                </c:pt>
                <c:pt idx="485">
                  <c:v>1170</c:v>
                </c:pt>
                <c:pt idx="486">
                  <c:v>1172</c:v>
                </c:pt>
                <c:pt idx="487">
                  <c:v>1174</c:v>
                </c:pt>
                <c:pt idx="488">
                  <c:v>1176</c:v>
                </c:pt>
                <c:pt idx="489">
                  <c:v>1178</c:v>
                </c:pt>
                <c:pt idx="490">
                  <c:v>1180</c:v>
                </c:pt>
                <c:pt idx="491">
                  <c:v>1182</c:v>
                </c:pt>
                <c:pt idx="492">
                  <c:v>1184</c:v>
                </c:pt>
                <c:pt idx="493">
                  <c:v>1186</c:v>
                </c:pt>
                <c:pt idx="494">
                  <c:v>1188</c:v>
                </c:pt>
                <c:pt idx="495">
                  <c:v>1190</c:v>
                </c:pt>
                <c:pt idx="496">
                  <c:v>1192</c:v>
                </c:pt>
                <c:pt idx="497">
                  <c:v>1194</c:v>
                </c:pt>
                <c:pt idx="498">
                  <c:v>1196</c:v>
                </c:pt>
                <c:pt idx="499">
                  <c:v>1198</c:v>
                </c:pt>
                <c:pt idx="500">
                  <c:v>1200</c:v>
                </c:pt>
              </c:numCache>
            </c:numRef>
          </c:xVal>
          <c:yVal>
            <c:numRef>
              <c:f>'Chart Data'!$F$2:$F$502</c:f>
              <c:numCache>
                <c:formatCode>0.0</c:formatCode>
                <c:ptCount val="501"/>
                <c:pt idx="0">
                  <c:v>0.002246651</c:v>
                </c:pt>
                <c:pt idx="1">
                  <c:v>0.003359046</c:v>
                </c:pt>
                <c:pt idx="2">
                  <c:v>0.004694807</c:v>
                </c:pt>
                <c:pt idx="3">
                  <c:v>0.006056182</c:v>
                </c:pt>
                <c:pt idx="4">
                  <c:v>0.007977983</c:v>
                </c:pt>
                <c:pt idx="5">
                  <c:v>0.008407126</c:v>
                </c:pt>
                <c:pt idx="6">
                  <c:v>0.008440389</c:v>
                </c:pt>
                <c:pt idx="7">
                  <c:v>0.007095228</c:v>
                </c:pt>
                <c:pt idx="8">
                  <c:v>0.005600669</c:v>
                </c:pt>
                <c:pt idx="9">
                  <c:v>0.004257485</c:v>
                </c:pt>
                <c:pt idx="10">
                  <c:v>0.003357297</c:v>
                </c:pt>
                <c:pt idx="11">
                  <c:v>0.00245785</c:v>
                </c:pt>
                <c:pt idx="12">
                  <c:v>0.001831896</c:v>
                </c:pt>
                <c:pt idx="13">
                  <c:v>0.001353293</c:v>
                </c:pt>
                <c:pt idx="14">
                  <c:v>0.001120829</c:v>
                </c:pt>
                <c:pt idx="15">
                  <c:v>0.0006197437</c:v>
                </c:pt>
                <c:pt idx="16">
                  <c:v>0.0008690653</c:v>
                </c:pt>
                <c:pt idx="17">
                  <c:v>0.0006464912</c:v>
                </c:pt>
                <c:pt idx="18">
                  <c:v>0.0005025149</c:v>
                </c:pt>
                <c:pt idx="19">
                  <c:v>0.0003676344</c:v>
                </c:pt>
                <c:pt idx="20">
                  <c:v>0.0002383738</c:v>
                </c:pt>
                <c:pt idx="21">
                  <c:v>0.0002851847</c:v>
                </c:pt>
                <c:pt idx="22">
                  <c:v>0.0002181227</c:v>
                </c:pt>
                <c:pt idx="23">
                  <c:v>0.0004818255</c:v>
                </c:pt>
                <c:pt idx="24">
                  <c:v>0.0005562707</c:v>
                </c:pt>
                <c:pt idx="25">
                  <c:v>0.0001211779</c:v>
                </c:pt>
                <c:pt idx="26">
                  <c:v>6.20244E-05</c:v>
                </c:pt>
                <c:pt idx="27">
                  <c:v>0.0001869331</c:v>
                </c:pt>
                <c:pt idx="28">
                  <c:v>0.0001949377</c:v>
                </c:pt>
                <c:pt idx="29">
                  <c:v>0.0003261935</c:v>
                </c:pt>
                <c:pt idx="30">
                  <c:v>0.0002979225</c:v>
                </c:pt>
                <c:pt idx="31">
                  <c:v>0.0001845063</c:v>
                </c:pt>
                <c:pt idx="32">
                  <c:v>9.968547E-05</c:v>
                </c:pt>
                <c:pt idx="33">
                  <c:v>0.0001273181</c:v>
                </c:pt>
                <c:pt idx="34">
                  <c:v>0.0003007678</c:v>
                </c:pt>
                <c:pt idx="35">
                  <c:v>0.0004997401</c:v>
                </c:pt>
                <c:pt idx="36">
                  <c:v>0.0004033126</c:v>
                </c:pt>
                <c:pt idx="37">
                  <c:v>0.0005394823</c:v>
                </c:pt>
                <c:pt idx="38">
                  <c:v>0.0002513874</c:v>
                </c:pt>
                <c:pt idx="39">
                  <c:v>0.0006670448</c:v>
                </c:pt>
                <c:pt idx="40">
                  <c:v>0.0002155107</c:v>
                </c:pt>
                <c:pt idx="41">
                  <c:v>0.0003287132</c:v>
                </c:pt>
                <c:pt idx="42">
                  <c:v>0.0004647944</c:v>
                </c:pt>
                <c:pt idx="43">
                  <c:v>0.0005248009</c:v>
                </c:pt>
                <c:pt idx="44">
                  <c:v>0.0004398406</c:v>
                </c:pt>
                <c:pt idx="45">
                  <c:v>0.0003539223</c:v>
                </c:pt>
                <c:pt idx="46">
                  <c:v>0.0005544446</c:v>
                </c:pt>
                <c:pt idx="47">
                  <c:v>0.0005126648</c:v>
                </c:pt>
                <c:pt idx="48">
                  <c:v>0.0004513324</c:v>
                </c:pt>
                <c:pt idx="49">
                  <c:v>0.0003068918</c:v>
                </c:pt>
                <c:pt idx="50">
                  <c:v>0.0005490912</c:v>
                </c:pt>
                <c:pt idx="51">
                  <c:v>0.0002992689</c:v>
                </c:pt>
                <c:pt idx="52">
                  <c:v>0.0005132543</c:v>
                </c:pt>
                <c:pt idx="53">
                  <c:v>0.001096751</c:v>
                </c:pt>
                <c:pt idx="54">
                  <c:v>0.0008754927</c:v>
                </c:pt>
                <c:pt idx="55">
                  <c:v>0.001064625</c:v>
                </c:pt>
                <c:pt idx="56">
                  <c:v>0.001008685</c:v>
                </c:pt>
                <c:pt idx="57">
                  <c:v>0.001169024</c:v>
                </c:pt>
                <c:pt idx="58">
                  <c:v>0.0007878529</c:v>
                </c:pt>
                <c:pt idx="59">
                  <c:v>0.0009021293</c:v>
                </c:pt>
                <c:pt idx="60">
                  <c:v>0.0007119619</c:v>
                </c:pt>
                <c:pt idx="61">
                  <c:v>0.0009451097</c:v>
                </c:pt>
                <c:pt idx="62">
                  <c:v>0.0006875921</c:v>
                </c:pt>
                <c:pt idx="63">
                  <c:v>0.0005710412</c:v>
                </c:pt>
                <c:pt idx="64">
                  <c:v>0.0001314493</c:v>
                </c:pt>
                <c:pt idx="65">
                  <c:v>0.0001585431</c:v>
                </c:pt>
                <c:pt idx="66">
                  <c:v>7.870849E-05</c:v>
                </c:pt>
                <c:pt idx="67">
                  <c:v>0.0003921643</c:v>
                </c:pt>
                <c:pt idx="68">
                  <c:v>0.0002655448</c:v>
                </c:pt>
                <c:pt idx="69">
                  <c:v>0.0001629518</c:v>
                </c:pt>
                <c:pt idx="70">
                  <c:v>0.0001048578</c:v>
                </c:pt>
                <c:pt idx="71">
                  <c:v>0.0003523901</c:v>
                </c:pt>
                <c:pt idx="72">
                  <c:v>0.0001049851</c:v>
                </c:pt>
                <c:pt idx="73">
                  <c:v>0.0002372137</c:v>
                </c:pt>
                <c:pt idx="74">
                  <c:v>0.0003646838</c:v>
                </c:pt>
                <c:pt idx="75">
                  <c:v>0.0001566623</c:v>
                </c:pt>
                <c:pt idx="76">
                  <c:v>0.0001316437</c:v>
                </c:pt>
                <c:pt idx="77">
                  <c:v>5.901492E-05</c:v>
                </c:pt>
                <c:pt idx="78">
                  <c:v>0.0004205316</c:v>
                </c:pt>
                <c:pt idx="79">
                  <c:v>0.0002351741</c:v>
                </c:pt>
                <c:pt idx="80">
                  <c:v>0.0002648825</c:v>
                </c:pt>
                <c:pt idx="81">
                  <c:v>0.0001052223</c:v>
                </c:pt>
                <c:pt idx="82">
                  <c:v>0.000534341</c:v>
                </c:pt>
                <c:pt idx="83">
                  <c:v>0.0004857962</c:v>
                </c:pt>
                <c:pt idx="84">
                  <c:v>0.0003960349</c:v>
                </c:pt>
                <c:pt idx="85">
                  <c:v>0.0001987994</c:v>
                </c:pt>
                <c:pt idx="86">
                  <c:v>0.0003418604</c:v>
                </c:pt>
                <c:pt idx="87">
                  <c:v>0.0004035674</c:v>
                </c:pt>
                <c:pt idx="88">
                  <c:v>0.0005395278</c:v>
                </c:pt>
                <c:pt idx="89">
                  <c:v>0.0005804559</c:v>
                </c:pt>
                <c:pt idx="90">
                  <c:v>0.0006923677</c:v>
                </c:pt>
                <c:pt idx="91">
                  <c:v>0.0006125701</c:v>
                </c:pt>
                <c:pt idx="92">
                  <c:v>0.0006925681</c:v>
                </c:pt>
                <c:pt idx="93">
                  <c:v>0.0008423679</c:v>
                </c:pt>
                <c:pt idx="94">
                  <c:v>0.0008321561</c:v>
                </c:pt>
                <c:pt idx="95">
                  <c:v>0.00105863</c:v>
                </c:pt>
                <c:pt idx="96">
                  <c:v>0.001140989</c:v>
                </c:pt>
                <c:pt idx="97">
                  <c:v>0.001601479</c:v>
                </c:pt>
                <c:pt idx="98">
                  <c:v>0.001803751</c:v>
                </c:pt>
                <c:pt idx="99">
                  <c:v>0.002098942</c:v>
                </c:pt>
                <c:pt idx="100">
                  <c:v>0.002301304</c:v>
                </c:pt>
                <c:pt idx="101">
                  <c:v>0.003121349</c:v>
                </c:pt>
                <c:pt idx="102">
                  <c:v>0.004108535</c:v>
                </c:pt>
                <c:pt idx="103">
                  <c:v>0.006696707</c:v>
                </c:pt>
                <c:pt idx="104">
                  <c:v>0.01005027</c:v>
                </c:pt>
                <c:pt idx="105">
                  <c:v>0.01475449</c:v>
                </c:pt>
                <c:pt idx="106">
                  <c:v>0.01868</c:v>
                </c:pt>
                <c:pt idx="107">
                  <c:v>0.01810976</c:v>
                </c:pt>
                <c:pt idx="108">
                  <c:v>0.01565167</c:v>
                </c:pt>
                <c:pt idx="109">
                  <c:v>0.009699171</c:v>
                </c:pt>
                <c:pt idx="110">
                  <c:v>0.005754227</c:v>
                </c:pt>
                <c:pt idx="111">
                  <c:v>0.003622005</c:v>
                </c:pt>
                <c:pt idx="112">
                  <c:v>0.00197744</c:v>
                </c:pt>
                <c:pt idx="113">
                  <c:v>0.001749846</c:v>
                </c:pt>
                <c:pt idx="114">
                  <c:v>0.001196089</c:v>
                </c:pt>
                <c:pt idx="115">
                  <c:v>0.001361318</c:v>
                </c:pt>
                <c:pt idx="116">
                  <c:v>0.0006226732</c:v>
                </c:pt>
                <c:pt idx="117">
                  <c:v>0.0006625893</c:v>
                </c:pt>
                <c:pt idx="118">
                  <c:v>0.0007023677</c:v>
                </c:pt>
                <c:pt idx="119">
                  <c:v>0.0005360419</c:v>
                </c:pt>
                <c:pt idx="120">
                  <c:v>0.0005821851</c:v>
                </c:pt>
                <c:pt idx="121">
                  <c:v>0.0004464118</c:v>
                </c:pt>
                <c:pt idx="122">
                  <c:v>0.0004805532</c:v>
                </c:pt>
                <c:pt idx="123">
                  <c:v>0.000636893</c:v>
                </c:pt>
                <c:pt idx="124">
                  <c:v>0.0008169327</c:v>
                </c:pt>
                <c:pt idx="125">
                  <c:v>0.0009300984</c:v>
                </c:pt>
                <c:pt idx="126">
                  <c:v>0.00066375</c:v>
                </c:pt>
                <c:pt idx="127">
                  <c:v>0.0009182106</c:v>
                </c:pt>
                <c:pt idx="128">
                  <c:v>0.0005779548</c:v>
                </c:pt>
                <c:pt idx="129">
                  <c:v>0.001268834</c:v>
                </c:pt>
                <c:pt idx="130">
                  <c:v>0.001070224</c:v>
                </c:pt>
                <c:pt idx="131">
                  <c:v>0.00124266</c:v>
                </c:pt>
                <c:pt idx="132">
                  <c:v>0.00148824</c:v>
                </c:pt>
                <c:pt idx="133">
                  <c:v>0.002018156</c:v>
                </c:pt>
                <c:pt idx="134">
                  <c:v>0.002275748</c:v>
                </c:pt>
                <c:pt idx="135">
                  <c:v>0.002678476</c:v>
                </c:pt>
                <c:pt idx="136">
                  <c:v>0.003205838</c:v>
                </c:pt>
                <c:pt idx="137">
                  <c:v>0.003678319</c:v>
                </c:pt>
                <c:pt idx="138">
                  <c:v>0.004763744</c:v>
                </c:pt>
                <c:pt idx="139">
                  <c:v>0.005814536</c:v>
                </c:pt>
                <c:pt idx="140">
                  <c:v>0.00812769</c:v>
                </c:pt>
                <c:pt idx="141">
                  <c:v>0.01069208</c:v>
                </c:pt>
                <c:pt idx="142">
                  <c:v>0.01520339</c:v>
                </c:pt>
                <c:pt idx="143">
                  <c:v>0.02168004</c:v>
                </c:pt>
                <c:pt idx="144">
                  <c:v>0.03000013</c:v>
                </c:pt>
                <c:pt idx="145">
                  <c:v>0.04046101</c:v>
                </c:pt>
                <c:pt idx="146">
                  <c:v>0.04489651</c:v>
                </c:pt>
                <c:pt idx="147">
                  <c:v>0.04307298</c:v>
                </c:pt>
                <c:pt idx="148">
                  <c:v>0.03440422</c:v>
                </c:pt>
                <c:pt idx="149">
                  <c:v>0.02439481</c:v>
                </c:pt>
                <c:pt idx="150">
                  <c:v>0.01634115</c:v>
                </c:pt>
                <c:pt idx="151">
                  <c:v>0.01101884</c:v>
                </c:pt>
                <c:pt idx="152">
                  <c:v>0.00788395</c:v>
                </c:pt>
                <c:pt idx="153">
                  <c:v>0.005305755</c:v>
                </c:pt>
                <c:pt idx="154">
                  <c:v>0.00447234</c:v>
                </c:pt>
                <c:pt idx="155">
                  <c:v>0.003435116</c:v>
                </c:pt>
                <c:pt idx="156">
                  <c:v>0.003072988</c:v>
                </c:pt>
                <c:pt idx="157">
                  <c:v>0.002442741</c:v>
                </c:pt>
                <c:pt idx="158">
                  <c:v>0.001973718</c:v>
                </c:pt>
                <c:pt idx="159">
                  <c:v>0.002070599</c:v>
                </c:pt>
                <c:pt idx="160">
                  <c:v>0.002225989</c:v>
                </c:pt>
                <c:pt idx="161">
                  <c:v>0.001991211</c:v>
                </c:pt>
                <c:pt idx="162">
                  <c:v>0.001368703</c:v>
                </c:pt>
                <c:pt idx="163">
                  <c:v>0.001284239</c:v>
                </c:pt>
                <c:pt idx="164">
                  <c:v>0.0007754522</c:v>
                </c:pt>
                <c:pt idx="165">
                  <c:v>0.001299081</c:v>
                </c:pt>
                <c:pt idx="166">
                  <c:v>0.001566526</c:v>
                </c:pt>
                <c:pt idx="167">
                  <c:v>0.0008353828</c:v>
                </c:pt>
                <c:pt idx="168">
                  <c:v>0.00112616</c:v>
                </c:pt>
                <c:pt idx="169">
                  <c:v>0.0009084107</c:v>
                </c:pt>
                <c:pt idx="170">
                  <c:v>0.001245119</c:v>
                </c:pt>
                <c:pt idx="171">
                  <c:v>0.0008612764</c:v>
                </c:pt>
                <c:pt idx="172">
                  <c:v>0.001476985</c:v>
                </c:pt>
                <c:pt idx="173">
                  <c:v>0.001130273</c:v>
                </c:pt>
                <c:pt idx="174">
                  <c:v>0.001270071</c:v>
                </c:pt>
                <c:pt idx="175">
                  <c:v>0.001198651</c:v>
                </c:pt>
                <c:pt idx="176">
                  <c:v>0.001306175</c:v>
                </c:pt>
                <c:pt idx="177">
                  <c:v>0.001466165</c:v>
                </c:pt>
                <c:pt idx="178">
                  <c:v>0.001899445</c:v>
                </c:pt>
                <c:pt idx="179">
                  <c:v>0.00208068</c:v>
                </c:pt>
                <c:pt idx="180">
                  <c:v>0.002179459</c:v>
                </c:pt>
                <c:pt idx="181">
                  <c:v>0.002326832</c:v>
                </c:pt>
                <c:pt idx="182">
                  <c:v>0.002785862</c:v>
                </c:pt>
                <c:pt idx="183">
                  <c:v>0.003056632</c:v>
                </c:pt>
                <c:pt idx="184">
                  <c:v>0.003467796</c:v>
                </c:pt>
                <c:pt idx="185">
                  <c:v>0.003651618</c:v>
                </c:pt>
                <c:pt idx="186">
                  <c:v>0.004311734</c:v>
                </c:pt>
                <c:pt idx="187">
                  <c:v>0.004162714</c:v>
                </c:pt>
                <c:pt idx="188">
                  <c:v>0.005191704</c:v>
                </c:pt>
                <c:pt idx="189">
                  <c:v>0.005061351</c:v>
                </c:pt>
                <c:pt idx="190">
                  <c:v>0.005455774</c:v>
                </c:pt>
                <c:pt idx="191">
                  <c:v>0.006440731</c:v>
                </c:pt>
                <c:pt idx="192">
                  <c:v>0.006121055</c:v>
                </c:pt>
                <c:pt idx="193">
                  <c:v>0.006880011</c:v>
                </c:pt>
                <c:pt idx="194">
                  <c:v>0.007267372</c:v>
                </c:pt>
                <c:pt idx="195">
                  <c:v>0.007740373</c:v>
                </c:pt>
                <c:pt idx="196">
                  <c:v>0.008335827</c:v>
                </c:pt>
                <c:pt idx="197">
                  <c:v>0.008297555</c:v>
                </c:pt>
                <c:pt idx="198">
                  <c:v>0.008671271</c:v>
                </c:pt>
                <c:pt idx="199">
                  <c:v>0.009376212</c:v>
                </c:pt>
                <c:pt idx="200">
                  <c:v>0.01020997</c:v>
                </c:pt>
                <c:pt idx="201">
                  <c:v>0.01051446</c:v>
                </c:pt>
                <c:pt idx="202">
                  <c:v>0.01132952</c:v>
                </c:pt>
                <c:pt idx="203">
                  <c:v>0.01321859</c:v>
                </c:pt>
                <c:pt idx="204">
                  <c:v>0.01487183</c:v>
                </c:pt>
                <c:pt idx="205">
                  <c:v>0.01584256</c:v>
                </c:pt>
                <c:pt idx="206">
                  <c:v>0.01971315</c:v>
                </c:pt>
                <c:pt idx="207">
                  <c:v>0.02204284</c:v>
                </c:pt>
                <c:pt idx="208">
                  <c:v>0.02623424</c:v>
                </c:pt>
                <c:pt idx="209">
                  <c:v>0.0282351</c:v>
                </c:pt>
                <c:pt idx="210">
                  <c:v>0.02829221</c:v>
                </c:pt>
                <c:pt idx="211">
                  <c:v>0.02652771</c:v>
                </c:pt>
                <c:pt idx="212">
                  <c:v>0.02217328</c:v>
                </c:pt>
                <c:pt idx="213">
                  <c:v>0.0165399</c:v>
                </c:pt>
                <c:pt idx="214">
                  <c:v>0.01199535</c:v>
                </c:pt>
                <c:pt idx="215">
                  <c:v>0.008738523</c:v>
                </c:pt>
                <c:pt idx="216">
                  <c:v>0.006017351</c:v>
                </c:pt>
                <c:pt idx="217">
                  <c:v>0.004306973</c:v>
                </c:pt>
                <c:pt idx="218">
                  <c:v>0.003035551</c:v>
                </c:pt>
                <c:pt idx="219">
                  <c:v>0.002225222</c:v>
                </c:pt>
                <c:pt idx="220">
                  <c:v>0.001571032</c:v>
                </c:pt>
                <c:pt idx="221">
                  <c:v>0.001385955</c:v>
                </c:pt>
                <c:pt idx="222">
                  <c:v>0.00123434</c:v>
                </c:pt>
                <c:pt idx="223">
                  <c:v>0.0007254402</c:v>
                </c:pt>
                <c:pt idx="224">
                  <c:v>0.0008307808</c:v>
                </c:pt>
                <c:pt idx="225">
                  <c:v>0.000746304</c:v>
                </c:pt>
                <c:pt idx="226">
                  <c:v>0.0003538269</c:v>
                </c:pt>
                <c:pt idx="227">
                  <c:v>0.0008891523</c:v>
                </c:pt>
                <c:pt idx="228">
                  <c:v>0.0005479578</c:v>
                </c:pt>
                <c:pt idx="229">
                  <c:v>0.0003274003</c:v>
                </c:pt>
                <c:pt idx="230">
                  <c:v>0.0003487139</c:v>
                </c:pt>
                <c:pt idx="231">
                  <c:v>0.0007219412</c:v>
                </c:pt>
                <c:pt idx="232">
                  <c:v>0.0004150827</c:v>
                </c:pt>
                <c:pt idx="233">
                  <c:v>0.0007823483</c:v>
                </c:pt>
                <c:pt idx="234">
                  <c:v>0.0004706969</c:v>
                </c:pt>
                <c:pt idx="235">
                  <c:v>0.0005249471</c:v>
                </c:pt>
                <c:pt idx="236">
                  <c:v>0.0007834762</c:v>
                </c:pt>
                <c:pt idx="237">
                  <c:v>0.0005086748</c:v>
                </c:pt>
                <c:pt idx="238">
                  <c:v>0.0005010956</c:v>
                </c:pt>
                <c:pt idx="239">
                  <c:v>0.0002336301</c:v>
                </c:pt>
                <c:pt idx="240">
                  <c:v>0.0004269883</c:v>
                </c:pt>
                <c:pt idx="241">
                  <c:v>0.0002986288</c:v>
                </c:pt>
                <c:pt idx="242">
                  <c:v>0.0002929199</c:v>
                </c:pt>
                <c:pt idx="243">
                  <c:v>0.0003219103</c:v>
                </c:pt>
                <c:pt idx="244">
                  <c:v>0.0005072116</c:v>
                </c:pt>
                <c:pt idx="245">
                  <c:v>0.0001199087</c:v>
                </c:pt>
                <c:pt idx="246">
                  <c:v>0.0001636716</c:v>
                </c:pt>
                <c:pt idx="247">
                  <c:v>0.0005016061</c:v>
                </c:pt>
                <c:pt idx="248">
                  <c:v>0.000459517</c:v>
                </c:pt>
                <c:pt idx="249">
                  <c:v>0.0003264455</c:v>
                </c:pt>
                <c:pt idx="250">
                  <c:v>5.653897E-05</c:v>
                </c:pt>
                <c:pt idx="251">
                  <c:v>0.0002084447</c:v>
                </c:pt>
                <c:pt idx="252">
                  <c:v>0.0004877771</c:v>
                </c:pt>
                <c:pt idx="253">
                  <c:v>0.0002895417</c:v>
                </c:pt>
                <c:pt idx="254">
                  <c:v>0.0004351492</c:v>
                </c:pt>
                <c:pt idx="255">
                  <c:v>0.0004382357</c:v>
                </c:pt>
                <c:pt idx="256">
                  <c:v>0.0008829707</c:v>
                </c:pt>
                <c:pt idx="257">
                  <c:v>0.0004812669</c:v>
                </c:pt>
                <c:pt idx="258">
                  <c:v>0.0003119728</c:v>
                </c:pt>
                <c:pt idx="259">
                  <c:v>2.069508E-05</c:v>
                </c:pt>
                <c:pt idx="260">
                  <c:v>0.0002427189</c:v>
                </c:pt>
                <c:pt idx="261">
                  <c:v>0.0001197011</c:v>
                </c:pt>
                <c:pt idx="262">
                  <c:v>0.0002669732</c:v>
                </c:pt>
                <c:pt idx="263">
                  <c:v>0.0002877355</c:v>
                </c:pt>
                <c:pt idx="264">
                  <c:v>0.0006301447</c:v>
                </c:pt>
                <c:pt idx="265">
                  <c:v>0.0004993964</c:v>
                </c:pt>
                <c:pt idx="266">
                  <c:v>0.000324765</c:v>
                </c:pt>
                <c:pt idx="267">
                  <c:v>0.0002619051</c:v>
                </c:pt>
                <c:pt idx="268">
                  <c:v>0.0002911865</c:v>
                </c:pt>
                <c:pt idx="269">
                  <c:v>0.0005018788</c:v>
                </c:pt>
                <c:pt idx="270">
                  <c:v>0.0004584098</c:v>
                </c:pt>
                <c:pt idx="271">
                  <c:v>0.0004815307</c:v>
                </c:pt>
                <c:pt idx="272">
                  <c:v>0.0004889448</c:v>
                </c:pt>
                <c:pt idx="273">
                  <c:v>0.0003295667</c:v>
                </c:pt>
                <c:pt idx="274">
                  <c:v>0.0002344145</c:v>
                </c:pt>
                <c:pt idx="275">
                  <c:v>7.283695E-05</c:v>
                </c:pt>
                <c:pt idx="276">
                  <c:v>9.04517E-05</c:v>
                </c:pt>
                <c:pt idx="277">
                  <c:v>0.0004512957</c:v>
                </c:pt>
                <c:pt idx="278">
                  <c:v>0.0001901845</c:v>
                </c:pt>
                <c:pt idx="279">
                  <c:v>0.000276102</c:v>
                </c:pt>
                <c:pt idx="280">
                  <c:v>0.0004414114</c:v>
                </c:pt>
                <c:pt idx="281">
                  <c:v>0.0002809559</c:v>
                </c:pt>
                <c:pt idx="282">
                  <c:v>0.0003003031</c:v>
                </c:pt>
                <c:pt idx="283">
                  <c:v>0.0002609098</c:v>
                </c:pt>
                <c:pt idx="284">
                  <c:v>0.0003403402</c:v>
                </c:pt>
                <c:pt idx="285">
                  <c:v>0.0004007372</c:v>
                </c:pt>
                <c:pt idx="286">
                  <c:v>0.0004788035</c:v>
                </c:pt>
                <c:pt idx="287">
                  <c:v>0.0006298904</c:v>
                </c:pt>
                <c:pt idx="288">
                  <c:v>0.0001683913</c:v>
                </c:pt>
                <c:pt idx="289">
                  <c:v>9.001805E-05</c:v>
                </c:pt>
                <c:pt idx="290">
                  <c:v>0.0001086002</c:v>
                </c:pt>
                <c:pt idx="291">
                  <c:v>0.0002526029</c:v>
                </c:pt>
                <c:pt idx="292">
                  <c:v>0.0001873907</c:v>
                </c:pt>
                <c:pt idx="293">
                  <c:v>0.0003792108</c:v>
                </c:pt>
                <c:pt idx="294">
                  <c:v>0.000115887</c:v>
                </c:pt>
                <c:pt idx="295">
                  <c:v>0.0001957553</c:v>
                </c:pt>
                <c:pt idx="296">
                  <c:v>0.0001415738</c:v>
                </c:pt>
                <c:pt idx="297">
                  <c:v>0.0001409934</c:v>
                </c:pt>
                <c:pt idx="298">
                  <c:v>0.0003602781</c:v>
                </c:pt>
                <c:pt idx="299">
                  <c:v>0.0002008496</c:v>
                </c:pt>
                <c:pt idx="300">
                  <c:v>0.0003004874</c:v>
                </c:pt>
                <c:pt idx="301">
                  <c:v>0.0003264428</c:v>
                </c:pt>
                <c:pt idx="302">
                  <c:v>0.0007416605</c:v>
                </c:pt>
                <c:pt idx="303">
                  <c:v>0.001021108</c:v>
                </c:pt>
                <c:pt idx="304">
                  <c:v>0.001360481</c:v>
                </c:pt>
                <c:pt idx="305">
                  <c:v>0.0001467513</c:v>
                </c:pt>
                <c:pt idx="306">
                  <c:v>0.0003492687</c:v>
                </c:pt>
                <c:pt idx="307">
                  <c:v>0.0002424067</c:v>
                </c:pt>
                <c:pt idx="308">
                  <c:v>7.342855E-05</c:v>
                </c:pt>
                <c:pt idx="309">
                  <c:v>0.0003584207</c:v>
                </c:pt>
                <c:pt idx="310">
                  <c:v>0.0005472445</c:v>
                </c:pt>
                <c:pt idx="311">
                  <c:v>0.0002918035</c:v>
                </c:pt>
                <c:pt idx="312">
                  <c:v>0.0006901026</c:v>
                </c:pt>
                <c:pt idx="313">
                  <c:v>0.0006278853</c:v>
                </c:pt>
                <c:pt idx="314">
                  <c:v>0.0004609048</c:v>
                </c:pt>
                <c:pt idx="315">
                  <c:v>0.0004458735</c:v>
                </c:pt>
                <c:pt idx="316">
                  <c:v>0.0004367824</c:v>
                </c:pt>
                <c:pt idx="317">
                  <c:v>0.0006166787</c:v>
                </c:pt>
                <c:pt idx="318">
                  <c:v>0.0002221193</c:v>
                </c:pt>
                <c:pt idx="319">
                  <c:v>0.0004914759</c:v>
                </c:pt>
                <c:pt idx="320">
                  <c:v>0.0005867423</c:v>
                </c:pt>
                <c:pt idx="321">
                  <c:v>0.0002491855</c:v>
                </c:pt>
                <c:pt idx="322">
                  <c:v>0.0005983308</c:v>
                </c:pt>
                <c:pt idx="323">
                  <c:v>0.0005397398</c:v>
                </c:pt>
                <c:pt idx="324">
                  <c:v>0.0007845959</c:v>
                </c:pt>
                <c:pt idx="325">
                  <c:v>0.0004057706</c:v>
                </c:pt>
                <c:pt idx="326">
                  <c:v>0.0003120113</c:v>
                </c:pt>
                <c:pt idx="327">
                  <c:v>0.0003417569</c:v>
                </c:pt>
                <c:pt idx="328">
                  <c:v>0.0003098439</c:v>
                </c:pt>
                <c:pt idx="329">
                  <c:v>0.0001669233</c:v>
                </c:pt>
                <c:pt idx="330">
                  <c:v>0.0002353462</c:v>
                </c:pt>
                <c:pt idx="331">
                  <c:v>0.000479442</c:v>
                </c:pt>
                <c:pt idx="332">
                  <c:v>0.0002671477</c:v>
                </c:pt>
                <c:pt idx="333">
                  <c:v>0.0004189761</c:v>
                </c:pt>
                <c:pt idx="334">
                  <c:v>0.0003802361</c:v>
                </c:pt>
                <c:pt idx="335">
                  <c:v>0.000783649</c:v>
                </c:pt>
                <c:pt idx="336">
                  <c:v>0.0004721096</c:v>
                </c:pt>
                <c:pt idx="337">
                  <c:v>0.0008221393</c:v>
                </c:pt>
                <c:pt idx="338">
                  <c:v>9.959949E-05</c:v>
                </c:pt>
                <c:pt idx="339">
                  <c:v>0.0007087203</c:v>
                </c:pt>
                <c:pt idx="340">
                  <c:v>0.0001464245</c:v>
                </c:pt>
                <c:pt idx="341">
                  <c:v>0.0005253103</c:v>
                </c:pt>
                <c:pt idx="342">
                  <c:v>0.0004837186</c:v>
                </c:pt>
                <c:pt idx="343">
                  <c:v>0.0003735014</c:v>
                </c:pt>
                <c:pt idx="344">
                  <c:v>0.0001914906</c:v>
                </c:pt>
                <c:pt idx="345">
                  <c:v>0.0008961333</c:v>
                </c:pt>
                <c:pt idx="346">
                  <c:v>0.0003246145</c:v>
                </c:pt>
                <c:pt idx="347">
                  <c:v>0.000508315</c:v>
                </c:pt>
                <c:pt idx="348">
                  <c:v>0.0003664601</c:v>
                </c:pt>
                <c:pt idx="349">
                  <c:v>0.0002314337</c:v>
                </c:pt>
                <c:pt idx="350">
                  <c:v>0.0004339864</c:v>
                </c:pt>
                <c:pt idx="351">
                  <c:v>0.0008441141</c:v>
                </c:pt>
                <c:pt idx="352">
                  <c:v>0.0005246702</c:v>
                </c:pt>
                <c:pt idx="353">
                  <c:v>0.000956641</c:v>
                </c:pt>
                <c:pt idx="354">
                  <c:v>0.000459874</c:v>
                </c:pt>
                <c:pt idx="355">
                  <c:v>0.0007219937</c:v>
                </c:pt>
                <c:pt idx="356">
                  <c:v>7.73994E-05</c:v>
                </c:pt>
                <c:pt idx="357">
                  <c:v>0.0003099783</c:v>
                </c:pt>
                <c:pt idx="358">
                  <c:v>0.000347334</c:v>
                </c:pt>
                <c:pt idx="359">
                  <c:v>0.0004287666</c:v>
                </c:pt>
                <c:pt idx="360">
                  <c:v>0.0007700779</c:v>
                </c:pt>
                <c:pt idx="361">
                  <c:v>0.0004271803</c:v>
                </c:pt>
                <c:pt idx="362">
                  <c:v>0.000541989</c:v>
                </c:pt>
                <c:pt idx="363">
                  <c:v>0.0008734514</c:v>
                </c:pt>
                <c:pt idx="364">
                  <c:v>0.0007140643</c:v>
                </c:pt>
                <c:pt idx="365">
                  <c:v>0.001124333</c:v>
                </c:pt>
                <c:pt idx="366">
                  <c:v>0.001132007</c:v>
                </c:pt>
                <c:pt idx="367">
                  <c:v>0.0008855429</c:v>
                </c:pt>
                <c:pt idx="368">
                  <c:v>0.0009930537</c:v>
                </c:pt>
                <c:pt idx="369">
                  <c:v>0.001000354</c:v>
                </c:pt>
                <c:pt idx="370">
                  <c:v>0.001298363</c:v>
                </c:pt>
                <c:pt idx="371">
                  <c:v>0.001666815</c:v>
                </c:pt>
                <c:pt idx="372">
                  <c:v>0.001506884</c:v>
                </c:pt>
                <c:pt idx="373">
                  <c:v>0.001295878</c:v>
                </c:pt>
                <c:pt idx="374">
                  <c:v>0.001702928</c:v>
                </c:pt>
                <c:pt idx="375">
                  <c:v>0.001865019</c:v>
                </c:pt>
                <c:pt idx="376">
                  <c:v>0.001334789</c:v>
                </c:pt>
                <c:pt idx="377">
                  <c:v>0.002035391</c:v>
                </c:pt>
                <c:pt idx="378">
                  <c:v>0.00201899</c:v>
                </c:pt>
                <c:pt idx="379">
                  <c:v>0.002067373</c:v>
                </c:pt>
                <c:pt idx="380">
                  <c:v>0.00221124</c:v>
                </c:pt>
                <c:pt idx="381">
                  <c:v>0.002269949</c:v>
                </c:pt>
                <c:pt idx="382">
                  <c:v>0.002458785</c:v>
                </c:pt>
                <c:pt idx="383">
                  <c:v>0.002541858</c:v>
                </c:pt>
                <c:pt idx="384">
                  <c:v>0.003126884</c:v>
                </c:pt>
                <c:pt idx="385">
                  <c:v>0.003372895</c:v>
                </c:pt>
                <c:pt idx="386">
                  <c:v>0.003996936</c:v>
                </c:pt>
                <c:pt idx="387">
                  <c:v>0.004371224</c:v>
                </c:pt>
                <c:pt idx="388">
                  <c:v>0.004429193</c:v>
                </c:pt>
                <c:pt idx="389">
                  <c:v>0.005010064</c:v>
                </c:pt>
                <c:pt idx="390">
                  <c:v>0.005581242</c:v>
                </c:pt>
                <c:pt idx="391">
                  <c:v>0.006619631</c:v>
                </c:pt>
                <c:pt idx="392">
                  <c:v>0.008141849</c:v>
                </c:pt>
                <c:pt idx="393">
                  <c:v>0.009811769</c:v>
                </c:pt>
                <c:pt idx="394">
                  <c:v>0.01282357</c:v>
                </c:pt>
                <c:pt idx="395">
                  <c:v>0.01487113</c:v>
                </c:pt>
                <c:pt idx="396">
                  <c:v>0.01705138</c:v>
                </c:pt>
                <c:pt idx="397">
                  <c:v>0.01882125</c:v>
                </c:pt>
                <c:pt idx="398">
                  <c:v>0.02390365</c:v>
                </c:pt>
                <c:pt idx="399">
                  <c:v>0.03284039</c:v>
                </c:pt>
                <c:pt idx="400">
                  <c:v>0.04818085</c:v>
                </c:pt>
                <c:pt idx="401">
                  <c:v>0.07990055</c:v>
                </c:pt>
                <c:pt idx="402">
                  <c:v>0.1584981</c:v>
                </c:pt>
                <c:pt idx="403">
                  <c:v>0.3476214</c:v>
                </c:pt>
                <c:pt idx="404">
                  <c:v>0.6126496</c:v>
                </c:pt>
                <c:pt idx="405">
                  <c:v>0.5929708</c:v>
                </c:pt>
                <c:pt idx="406">
                  <c:v>0.2722846</c:v>
                </c:pt>
                <c:pt idx="407">
                  <c:v>0.1159654</c:v>
                </c:pt>
                <c:pt idx="408">
                  <c:v>0.05742424</c:v>
                </c:pt>
                <c:pt idx="409">
                  <c:v>0.03547062</c:v>
                </c:pt>
                <c:pt idx="410">
                  <c:v>0.02385551</c:v>
                </c:pt>
                <c:pt idx="411">
                  <c:v>0.01637913</c:v>
                </c:pt>
                <c:pt idx="412">
                  <c:v>0.01288754</c:v>
                </c:pt>
                <c:pt idx="413">
                  <c:v>0.0109673</c:v>
                </c:pt>
                <c:pt idx="414">
                  <c:v>0.007881361</c:v>
                </c:pt>
                <c:pt idx="415">
                  <c:v>0.006853344</c:v>
                </c:pt>
                <c:pt idx="416">
                  <c:v>0.005326361</c:v>
                </c:pt>
                <c:pt idx="417">
                  <c:v>0.004628996</c:v>
                </c:pt>
                <c:pt idx="418">
                  <c:v>0.004398174</c:v>
                </c:pt>
                <c:pt idx="419">
                  <c:v>0.003166363</c:v>
                </c:pt>
                <c:pt idx="420">
                  <c:v>0.002625043</c:v>
                </c:pt>
                <c:pt idx="421">
                  <c:v>0.002959338</c:v>
                </c:pt>
                <c:pt idx="422">
                  <c:v>0.002373833</c:v>
                </c:pt>
                <c:pt idx="423">
                  <c:v>0.002125874</c:v>
                </c:pt>
                <c:pt idx="424">
                  <c:v>0.001601807</c:v>
                </c:pt>
                <c:pt idx="425">
                  <c:v>0.001331759</c:v>
                </c:pt>
                <c:pt idx="426">
                  <c:v>0.001261547</c:v>
                </c:pt>
                <c:pt idx="427">
                  <c:v>0.001334083</c:v>
                </c:pt>
                <c:pt idx="428">
                  <c:v>0.001107158</c:v>
                </c:pt>
                <c:pt idx="429">
                  <c:v>0.001032897</c:v>
                </c:pt>
                <c:pt idx="430">
                  <c:v>0.001376122</c:v>
                </c:pt>
                <c:pt idx="431">
                  <c:v>0.001023056</c:v>
                </c:pt>
                <c:pt idx="432">
                  <c:v>0.0009544014</c:v>
                </c:pt>
                <c:pt idx="433">
                  <c:v>0.0004212383</c:v>
                </c:pt>
                <c:pt idx="434">
                  <c:v>0.0005457743</c:v>
                </c:pt>
                <c:pt idx="435">
                  <c:v>0.000374131</c:v>
                </c:pt>
                <c:pt idx="436">
                  <c:v>0.000324903</c:v>
                </c:pt>
                <c:pt idx="437">
                  <c:v>0.0004407742</c:v>
                </c:pt>
                <c:pt idx="438">
                  <c:v>0.000566328</c:v>
                </c:pt>
                <c:pt idx="439">
                  <c:v>0.0007346352</c:v>
                </c:pt>
                <c:pt idx="440">
                  <c:v>0.0009297109</c:v>
                </c:pt>
                <c:pt idx="441">
                  <c:v>0.0009462884</c:v>
                </c:pt>
                <c:pt idx="442">
                  <c:v>0.0009275103</c:v>
                </c:pt>
                <c:pt idx="443">
                  <c:v>0.001238429</c:v>
                </c:pt>
                <c:pt idx="444">
                  <c:v>0.001146951</c:v>
                </c:pt>
                <c:pt idx="445">
                  <c:v>0.000766594</c:v>
                </c:pt>
                <c:pt idx="446">
                  <c:v>0.0002207617</c:v>
                </c:pt>
                <c:pt idx="447">
                  <c:v>0.0004772194</c:v>
                </c:pt>
                <c:pt idx="448">
                  <c:v>0.0006034023</c:v>
                </c:pt>
                <c:pt idx="449">
                  <c:v>0.0001762764</c:v>
                </c:pt>
                <c:pt idx="450">
                  <c:v>0.0009521653</c:v>
                </c:pt>
                <c:pt idx="451">
                  <c:v>0.0007410057</c:v>
                </c:pt>
                <c:pt idx="452">
                  <c:v>0.0005236369</c:v>
                </c:pt>
                <c:pt idx="453">
                  <c:v>0.000880337</c:v>
                </c:pt>
                <c:pt idx="454">
                  <c:v>0.0008060837</c:v>
                </c:pt>
                <c:pt idx="455">
                  <c:v>0.001048584</c:v>
                </c:pt>
                <c:pt idx="456">
                  <c:v>0.001030051</c:v>
                </c:pt>
                <c:pt idx="457">
                  <c:v>0.001117158</c:v>
                </c:pt>
                <c:pt idx="458">
                  <c:v>0.001291074</c:v>
                </c:pt>
                <c:pt idx="459">
                  <c:v>0.001114934</c:v>
                </c:pt>
                <c:pt idx="460">
                  <c:v>0.002029454</c:v>
                </c:pt>
                <c:pt idx="461">
                  <c:v>0.001954111</c:v>
                </c:pt>
                <c:pt idx="462">
                  <c:v>0.003177122</c:v>
                </c:pt>
                <c:pt idx="463">
                  <c:v>0.003077731</c:v>
                </c:pt>
                <c:pt idx="464">
                  <c:v>0.002870759</c:v>
                </c:pt>
                <c:pt idx="465">
                  <c:v>0.004419893</c:v>
                </c:pt>
                <c:pt idx="466">
                  <c:v>0.006498406</c:v>
                </c:pt>
                <c:pt idx="467">
                  <c:v>0.008891269</c:v>
                </c:pt>
                <c:pt idx="468">
                  <c:v>0.01241449</c:v>
                </c:pt>
                <c:pt idx="469">
                  <c:v>0.01785601</c:v>
                </c:pt>
                <c:pt idx="470">
                  <c:v>0.02387093</c:v>
                </c:pt>
                <c:pt idx="471">
                  <c:v>0.02700442</c:v>
                </c:pt>
                <c:pt idx="472">
                  <c:v>0.02622594</c:v>
                </c:pt>
                <c:pt idx="473">
                  <c:v>0.02082825</c:v>
                </c:pt>
                <c:pt idx="474">
                  <c:v>0.01508702</c:v>
                </c:pt>
                <c:pt idx="475">
                  <c:v>0.009594936</c:v>
                </c:pt>
                <c:pt idx="476">
                  <c:v>0.006581005</c:v>
                </c:pt>
                <c:pt idx="477">
                  <c:v>0.003723138</c:v>
                </c:pt>
                <c:pt idx="478">
                  <c:v>0.002844133</c:v>
                </c:pt>
                <c:pt idx="479">
                  <c:v>0.002404635</c:v>
                </c:pt>
                <c:pt idx="480">
                  <c:v>0.001623811</c:v>
                </c:pt>
                <c:pt idx="481">
                  <c:v>0.001310609</c:v>
                </c:pt>
                <c:pt idx="482">
                  <c:v>0.001207383</c:v>
                </c:pt>
                <c:pt idx="483">
                  <c:v>0.001447892</c:v>
                </c:pt>
                <c:pt idx="484">
                  <c:v>0.0008566949</c:v>
                </c:pt>
                <c:pt idx="485">
                  <c:v>0.0006415594</c:v>
                </c:pt>
                <c:pt idx="486">
                  <c:v>0.0005697028</c:v>
                </c:pt>
                <c:pt idx="487">
                  <c:v>0.0001999285</c:v>
                </c:pt>
                <c:pt idx="488">
                  <c:v>0.0004545653</c:v>
                </c:pt>
                <c:pt idx="489">
                  <c:v>0.0001652601</c:v>
                </c:pt>
                <c:pt idx="490">
                  <c:v>0.0003796</c:v>
                </c:pt>
                <c:pt idx="491">
                  <c:v>0.0002323703</c:v>
                </c:pt>
                <c:pt idx="492">
                  <c:v>0.0002889034</c:v>
                </c:pt>
                <c:pt idx="493">
                  <c:v>0.0002855124</c:v>
                </c:pt>
                <c:pt idx="494">
                  <c:v>1.363152E-05</c:v>
                </c:pt>
                <c:pt idx="495">
                  <c:v>0.0006785019</c:v>
                </c:pt>
                <c:pt idx="496">
                  <c:v>0.000847539</c:v>
                </c:pt>
                <c:pt idx="497">
                  <c:v>0.0004956096</c:v>
                </c:pt>
                <c:pt idx="498">
                  <c:v>0.0002162828</c:v>
                </c:pt>
                <c:pt idx="499">
                  <c:v>0.0007392999</c:v>
                </c:pt>
                <c:pt idx="500">
                  <c:v>0.000428955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1200"/>
          <c:min val="2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拉曼位移 / cm⁻¹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标本级宏F1 · 按ID留一验证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344C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标本级宏F1</c:v>
          </c:tx>
          <c:spPr>
            <a:solidFill xmlns:a="http://schemas.openxmlformats.org/drawingml/2006/main">
              <a:srgbClr val="326A9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Dummy</c:v>
                </c:pt>
                <c:pt idx="1">
                  <c:v>余弦1NN</c:v>
                </c:pt>
                <c:pt idx="2">
                  <c:v>PCA + LR</c:v>
                </c:pt>
                <c:pt idx="3">
                  <c:v>RBF-SVC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0.2083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D73B7-EB64-4459-9992-1C8A9A33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真实拉曼谱的矿物分类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3CD4D-DAE8-478C-AAD0-25AF6FC6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4645D-EF03-4EF0-A3EE-363000CF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5AC0B-F9DC-4E3C-9E38-8F0AEBF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825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如何评价模型对未见标本的预测？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11161-5AB7-4F51-914A-8358ACB7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石英、方解石与石膏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8DCD0-64F0-4E87-8960-8AE237A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52条实测谱，22个RRUFF标本ID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47507-1E7A-477B-8ECC-AE674FB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来源方已处理的数据库谱图</a:t>
            </a:r>
          </a:p>
        </p:txBody>
      </p:sp>
    </p:spTree>
    <p:extLst>
      <p:ext uri="{BB962C8B-B14F-4D97-AF65-F5344CB8AC3E}">
        <p14:creationId xmlns:p14="http://schemas.microsoft.com/office/powerpoint/2010/main" val="1255361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B6994-A830-47C4-81BB-E78351F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本专题的机器学习问题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78AA-4CEE-4EC1-990F-84CDA842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22408-1435-4A43-8071-603B8A48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F9B49-289B-4E95-B6DC-0F108ADE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输入与目标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AA563-925C-4E49-B58B-0DF6B73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输入501个波数变量，预测石英、方解石或石膏。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98FA2-C3E3-45F0-A93C-8CF571EB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模型与验证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2F8AC-B4EF-46AD-8676-BD13775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比较简单谱匹配、线性分类和核模型，按标本隔离。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483DE-0DAC-43FB-BA49-03582E3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需要解释的结果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ECB7A-0D3F-4DDC-B846-D5BA61E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模型是否优于多数类？高分覆盖了哪些对象与条件？</a:t>
            </a:r>
          </a:p>
        </p:txBody>
      </p:sp>
    </p:spTree>
    <p:extLst>
      <p:ext uri="{BB962C8B-B14F-4D97-AF65-F5344CB8AC3E}">
        <p14:creationId xmlns:p14="http://schemas.microsoft.com/office/powerpoint/2010/main" val="2031072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E29BC-5139-494A-A380-29FEE2A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数据来源与独立样本数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960F9-24AB-40E1-9406-ADDA7DF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2CE3-D1C6-4F36-BF1E-1154381C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DBA56-D1F2-4CFA-8A73-B9D9049F02B7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048000"/>
                <a:gridCol w="33528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矿物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实测谱数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RRUFF标本ID数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石英 Quartz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方解石 Calcite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石膏 Gypsum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027D4-84C1-49F0-8D67-454B5E0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Li、Schmidt、Alstrøm，DTU数据集v1（2022），CC BY 4.0。</a:t>
            </a:r>
          </a:p>
          <a:p xmlns:a="http://schemas.openxmlformats.org/drawingml/2006/main">
            <a:pPr>
              <a:def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DOI: 10.11583/DTU.20222331.v1。本组筛选三类并转换格式。</a:t>
            </a:r>
          </a:p>
        </p:txBody>
      </p:sp>
    </p:spTree>
    <p:extLst>
      <p:ext uri="{BB962C8B-B14F-4D97-AF65-F5344CB8AC3E}">
        <p14:creationId xmlns:p14="http://schemas.microsoft.com/office/powerpoint/2010/main" val="1985865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82301-1B53-4C23-BD42-75FEB49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实测谱形示例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868AE-86A5-45DF-BD0F-31A26D72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4CBB2-AD8C-4636-8A13-F0D4A57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4420763-71DB-4F04-A44B-713EBE493B62}"/>
              </a:ext>
            </a:extLst>
          </p:cNvPr>
          <p:cNvGraphicFramePr/>
          <p:nvPr/>
        </p:nvGraphicFramePr>
        <p:xfrm>
          <a:off xmlns:a="http://schemas.openxmlformats.org/drawingml/2006/main" x="571500" y="13049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dce2f32364f8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D6FC-5518-4AA5-BC92-FF6518A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相似峰形支持分类；同一标本的多条谱仍可能高度相关。</a:t>
            </a:r>
          </a:p>
        </p:txBody>
      </p:sp>
    </p:spTree>
    <p:extLst>
      <p:ext uri="{BB962C8B-B14F-4D97-AF65-F5344CB8AC3E}">
        <p14:creationId xmlns:p14="http://schemas.microsoft.com/office/powerpoint/2010/main" val="1676685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5731B-7879-4BCD-8B70-94250A6B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22折按标本留出验证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69C64-3FF1-4834-AA26-260DFBF3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8F4D8-3F29-4496-81EA-E8D6C55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04235-70EE-407A-A963-D715751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每折完整留出一个标本ID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566CC-F430-4825-ADC2-AFB727F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该ID的所有谱同时进入验证侧，与训练侧无ID重叠。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87417-DED0-4259-B964-846D813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训练折内拟合完整流程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CAB42-AD41-49AD-ACB7-F1FCB46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PCA、变量标准化与分类器只从其余标本学习。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2F341-683C-4C65-9F83-C71A4C28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汇总所有折外预测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52679-1009-4D70-B4E2-8D40CF5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先逐谱预测，再按ID多数投票；主指标每个标本等权。</a:t>
            </a:r>
          </a:p>
        </p:txBody>
      </p:sp>
    </p:spTree>
    <p:extLst>
      <p:ext uri="{BB962C8B-B14F-4D97-AF65-F5344CB8AC3E}">
        <p14:creationId xmlns:p14="http://schemas.microsoft.com/office/powerpoint/2010/main" val="170997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0AB11-1EC5-431B-BBE0-00D5F0C5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四个模型在评估前固定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A3D7-8991-44E0-8F7B-770ADA9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5E046-8F9D-4C97-973A-1329470B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59838-0B08-46A1-8196-49FB88B3BA60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处理与固定参数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Dummy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Cosine_1NN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逐谱L2，余弦距离1近邻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PCA8_LR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L2，标准化，PCA 8维，LR C=1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RBF_SVC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逐谱L2，C=10，gamma=scale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9D82D-C547-4351-AE49-887AA9B0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固定波数区间200–1200 cm⁻¹，步长2 cm⁻¹，无数据增强。</a:t>
            </a:r>
          </a:p>
        </p:txBody>
      </p:sp>
    </p:spTree>
    <p:extLst>
      <p:ext uri="{BB962C8B-B14F-4D97-AF65-F5344CB8AC3E}">
        <p14:creationId xmlns:p14="http://schemas.microsoft.com/office/powerpoint/2010/main" val="104455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E00A-B386-4E7C-8DF6-6307725D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三个分类模型均识别22个标本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D98BF-C4B3-4FE3-8B3B-4529A8A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8272A-3838-4CF8-937E-0F48742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FED5AC-B874-470C-A9FC-1F141CFFC84D}"/>
              </a:ext>
            </a:extLst>
          </p:cNvPr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3c39ca4f1140c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E1840-64AC-48A2-8680-30A5C88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当前小子集容易区分，尚未显示复杂模型优于简单谱匹配。</a:t>
            </a:r>
          </a:p>
        </p:txBody>
      </p:sp>
    </p:spTree>
    <p:extLst>
      <p:ext uri="{BB962C8B-B14F-4D97-AF65-F5344CB8AC3E}">
        <p14:creationId xmlns:p14="http://schemas.microsoft.com/office/powerpoint/2010/main" val="1501824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0FB1D-A288-4B2E-9D1C-A19BA071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高分的解释边界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5F3D4-30DF-40DE-80F9-11043E1B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0B55-AC88-43BE-83C6-3D5204C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BC518-6EFB-4CDE-92C2-A96C0F1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石膏仅有两个标本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10E06-5599-4708-90B7-E9102986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新增独立标本，比增加同一标本的重复扫描更有价值。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07ED-B332-402B-826F-F163705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本轮是数据库内验证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F861F-4E35-43E4-ADCF-F09D12D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尚无独立外部测试，无法推出实际应用正确率100%。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8CD9F-4C5A-4C21-A024-475EDC62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来源处理与仪器身份有限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E3682-D8E5-448C-8E7D-7EB8E75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原谱已处理；激光波长不能代替仪器ID或配对关系。</a:t>
            </a:r>
          </a:p>
        </p:txBody>
      </p:sp>
    </p:spTree>
    <p:extLst>
      <p:ext uri="{BB962C8B-B14F-4D97-AF65-F5344CB8AC3E}">
        <p14:creationId xmlns:p14="http://schemas.microsoft.com/office/powerpoint/2010/main" val="534215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BEE10-FD5B-42FA-A8AC-B4F758A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模拟教学对照的独立用途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49AC4-2763-4657-82F5-77BB11A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35DEE-5A84-4FC0-9F61-7814367B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7FA86-2867-44D6-BB9B-7CAEE912552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模拟模块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用于解释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90个标本，540条生成谱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重复扫描与标本身份的区别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随机划分与分组划分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训练和验证共享身份导致的乐观偏差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A/B域与预处理比较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受控背景变化及完整处理流程的影响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9EBA-FEB2-41F7-9B85-FBE692E7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上述A/B下降与arPLS增益，只属于模拟结果。</a:t>
            </a:r>
          </a:p>
        </p:txBody>
      </p:sp>
    </p:spTree>
    <p:extLst>
      <p:ext uri="{BB962C8B-B14F-4D97-AF65-F5344CB8AC3E}">
        <p14:creationId xmlns:p14="http://schemas.microsoft.com/office/powerpoint/2010/main" val="1459624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ED36E-26F5-4DBF-AD90-D2778B83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离线演示与程序复现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EB972-4C47-46F8-9B13-76AD2E32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9B5F6-97CF-40ED-860F-348B3A6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FD238-E116-4638-A6CA-5FCFB624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浏览实测谱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7D135-6ED4-4E62-9034-5274CA0E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选一条谱，读出矿物标签、标本ID、激光波长和来源。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1FEBF-E34D-4DF6-AD9A-713BC0C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检查验证结果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EC6E6-96C0-4FFE-ACD3-20ACAF8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切换Dummy与分类模型，观察折外预测和混淆矩阵。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D35DA-1EB2-4630-B9F0-EEBC1B41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在自己的电脑复现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D09E2-5300-4312-938E-3A84735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运行程序，检查52条谱/22个ID与指标，记录环境和输出。</a:t>
            </a:r>
          </a:p>
        </p:txBody>
      </p:sp>
    </p:spTree>
    <p:extLst>
      <p:ext uri="{BB962C8B-B14F-4D97-AF65-F5344CB8AC3E}">
        <p14:creationId xmlns:p14="http://schemas.microsoft.com/office/powerpoint/2010/main" val="989937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A2A60-F8A3-4422-BD53-86602903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近年前沿与验证要求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C7DA-70C5-4C4C-A09C-79B0A3D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CC14B-0D0C-4DBF-8C91-CE8DBFE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263E5-6337-48B9-98A4-A9A86227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REFORMS（2024）：研究报告规范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86962-FCF7-4177-BA84-BF134261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公开独立单位、分析过程与复现信息，便于检查证据。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98DB8-4D50-4D31-9C7A-3EB3B04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拉曼验证比较（2025）：评价设计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F453D-F9AC-4505-B27C-29F63BF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验证策略影响分数与排名，需匹配实际预测对象。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B76DB-F63F-43D9-9E97-91B4753F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TabPFN（2025）：表格基础模型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17794-598A-45C5-AE8C-5E3173C1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提供新的小样本基线，谱学适用性仍须独立验证。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29784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FAA93-AFF0-42EF-819E-6EB1F6C6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已完成的成果与下一步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7D750-7FE1-4E3C-887D-9654A799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实测数据案例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C0024-4817-4CC9-B958-03E5478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6F93F-9DD3-41C5-82E4-E021D94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可复查的真实数据案例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4D9FF-6B7F-4D1C-BBF2-66838DE4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实测谱、来源清单、固定程序、逐条预测、图表与交互页。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3D2EE-9781-4135-90A0-D60D9593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组内仍需完成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5334-4A89-40A5-9661-BBEA403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独立复现、核读论述、填写实际分工并排练汇报。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4DA54-828C-42BE-83CE-6A44CB0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提高科学证据强度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1C144-D7E8-4DEB-89D7-3E99F81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补充稀少类别及独立来源标本，再设计外部验证。</a:t>
            </a:r>
          </a:p>
        </p:txBody>
      </p:sp>
    </p:spTree>
    <p:extLst>
      <p:ext uri="{BB962C8B-B14F-4D97-AF65-F5344CB8AC3E}">
        <p14:creationId xmlns:p14="http://schemas.microsoft.com/office/powerpoint/2010/main" val="1929040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2026-10-25T16:38:21.0470000Z</dcterms:created>
  <dcterms:modified xsi:type="dcterms:W3CDTF">2026-10-25T16:38:21.0470000Z</dcterms:modified>
</coreProperties>
</file>